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embeddedFontLst>
    <p:embeddedFont>
      <p:font typeface="Bell MT" panose="02020503060305020303" pitchFamily="18" charset="0"/>
      <p:regular r:id="rId14"/>
      <p:bold r:id="rId15"/>
      <p:italic r:id="rId16"/>
      <p:boldItalic r:id="rId17"/>
    </p:embeddedFont>
    <p:embeddedFont>
      <p:font typeface="Cambria" panose="02040503050406030204" pitchFamily="18" charset="0"/>
      <p:regular r:id="rId18"/>
      <p:bold r:id="rId19"/>
      <p:italic r:id="rId20"/>
      <p:boldItalic r:id="rId21"/>
    </p:embeddedFont>
    <p:embeddedFont>
      <p:font typeface="Geist" panose="020B0604020202020204" charset="0"/>
      <p:regular r:id="rId22"/>
      <p:bold r:id="rId23"/>
    </p:embeddedFont>
    <p:embeddedFont>
      <p:font typeface="Maven Pro" panose="020B0604020202020204" charset="0"/>
      <p:regular r:id="rId24"/>
      <p:bold r:id="rId25"/>
    </p:embeddedFont>
    <p:embeddedFont>
      <p:font typeface="Nunito" pitchFamily="2"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43"/>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font" Target="fonts/font13.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font" Target="fonts/font15.fntdata"/><Relationship Id="rId10" Type="http://schemas.openxmlformats.org/officeDocument/2006/relationships/slide" Target="slides/slide9.xml"/><Relationship Id="rId19" Type="http://schemas.openxmlformats.org/officeDocument/2006/relationships/font" Target="fonts/font6.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font" Target="fonts/font14.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 name="Google Shape;5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399d685b0d2_0_357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 name="Google Shape;71;g399d685b0d2_0_35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99d685b0d2_0_359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 name="Google Shape;78;g399d685b0d2_0_35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99d685b0d2_0_360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g399d685b0d2_0_360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99d685b0d2_0_361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g399d685b0d2_0_36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99d685b0d2_0_363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g399d685b0d2_0_36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99d685b0d2_0_364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g399d685b0d2_0_36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399d685b0d2_0_366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g399d685b0d2_0_36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399d685b0d2_0_365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g399d685b0d2_0_36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99d685b0d2_0_364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g399d685b0d2_0_36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99d685b0d2_0_367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g399d685b0d2_0_36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415611" y="992767"/>
            <a:ext cx="11360700" cy="2736900"/>
          </a:xfrm>
          <a:prstGeom prst="rect">
            <a:avLst/>
          </a:prstGeom>
        </p:spPr>
        <p:txBody>
          <a:bodyPr spcFirstLastPara="1" wrap="square" lIns="121900" tIns="121900" rIns="121900" bIns="121900" anchor="b" anchorCtr="0">
            <a:norm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a:endParaRPr/>
          </a:p>
        </p:txBody>
      </p:sp>
      <p:sp>
        <p:nvSpPr>
          <p:cNvPr id="15" name="Google Shape;15;p2"/>
          <p:cNvSpPr txBox="1">
            <a:spLocks noGrp="1"/>
          </p:cNvSpPr>
          <p:nvPr>
            <p:ph type="subTitle" idx="1"/>
          </p:nvPr>
        </p:nvSpPr>
        <p:spPr>
          <a:xfrm>
            <a:off x="415600" y="3778833"/>
            <a:ext cx="11360700" cy="1056900"/>
          </a:xfrm>
          <a:prstGeom prst="rect">
            <a:avLst/>
          </a:prstGeom>
        </p:spPr>
        <p:txBody>
          <a:bodyPr spcFirstLastPara="1" wrap="square" lIns="121900" tIns="121900" rIns="121900" bIns="121900" anchor="t" anchorCtr="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a:endParaRPr/>
          </a:p>
        </p:txBody>
      </p:sp>
      <p:sp>
        <p:nvSpPr>
          <p:cNvPr id="16" name="Google Shape;16;p2"/>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415600" y="2867800"/>
            <a:ext cx="11360700" cy="1122300"/>
          </a:xfrm>
          <a:prstGeom prst="rect">
            <a:avLst/>
          </a:prstGeom>
        </p:spPr>
        <p:txBody>
          <a:bodyPr spcFirstLastPara="1" wrap="square" lIns="121900" tIns="121900" rIns="121900" bIns="121900" anchor="ctr" anchorCtr="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9" name="Google Shape;19;p3"/>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4"/>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2" name="Google Shape;22;p4"/>
          <p:cNvSpPr txBox="1">
            <a:spLocks noGrp="1"/>
          </p:cNvSpPr>
          <p:nvPr>
            <p:ph type="body" idx="1"/>
          </p:nvPr>
        </p:nvSpPr>
        <p:spPr>
          <a:xfrm>
            <a:off x="415600" y="1536633"/>
            <a:ext cx="11360700" cy="4555200"/>
          </a:xfrm>
          <a:prstGeom prst="rect">
            <a:avLst/>
          </a:prstGeom>
        </p:spPr>
        <p:txBody>
          <a:bodyPr spcFirstLastPara="1" wrap="square" lIns="121900" tIns="121900" rIns="121900" bIns="121900" anchor="t" anchorCtr="0">
            <a:normAutofit/>
          </a:bodyPr>
          <a:lstStyle>
            <a:lvl1pPr marL="457200" lvl="0" indent="-381000">
              <a:spcBef>
                <a:spcPts val="0"/>
              </a:spcBef>
              <a:spcAft>
                <a:spcPts val="0"/>
              </a:spcAft>
              <a:buSzPts val="2400"/>
              <a:buChar char="●"/>
              <a:defRPr/>
            </a:lvl1pPr>
            <a:lvl2pPr marL="914400" lvl="1" indent="-349250">
              <a:spcBef>
                <a:spcPts val="0"/>
              </a:spcBef>
              <a:spcAft>
                <a:spcPts val="0"/>
              </a:spcAft>
              <a:buSzPts val="1900"/>
              <a:buChar char="○"/>
              <a:defRPr/>
            </a:lvl2pPr>
            <a:lvl3pPr marL="1371600" lvl="2" indent="-349250">
              <a:spcBef>
                <a:spcPts val="0"/>
              </a:spcBef>
              <a:spcAft>
                <a:spcPts val="0"/>
              </a:spcAft>
              <a:buSzPts val="1900"/>
              <a:buChar char="■"/>
              <a:defRPr/>
            </a:lvl3pPr>
            <a:lvl4pPr marL="1828800" lvl="3" indent="-349250">
              <a:spcBef>
                <a:spcPts val="0"/>
              </a:spcBef>
              <a:spcAft>
                <a:spcPts val="0"/>
              </a:spcAft>
              <a:buSzPts val="1900"/>
              <a:buChar char="●"/>
              <a:defRPr/>
            </a:lvl4pPr>
            <a:lvl5pPr marL="2286000" lvl="4" indent="-349250">
              <a:spcBef>
                <a:spcPts val="0"/>
              </a:spcBef>
              <a:spcAft>
                <a:spcPts val="0"/>
              </a:spcAft>
              <a:buSzPts val="1900"/>
              <a:buChar char="○"/>
              <a:defRPr/>
            </a:lvl5pPr>
            <a:lvl6pPr marL="2743200" lvl="5" indent="-349250">
              <a:spcBef>
                <a:spcPts val="0"/>
              </a:spcBef>
              <a:spcAft>
                <a:spcPts val="0"/>
              </a:spcAft>
              <a:buSzPts val="1900"/>
              <a:buChar char="■"/>
              <a:defRPr/>
            </a:lvl6pPr>
            <a:lvl7pPr marL="3200400" lvl="6" indent="-349250">
              <a:spcBef>
                <a:spcPts val="0"/>
              </a:spcBef>
              <a:spcAft>
                <a:spcPts val="0"/>
              </a:spcAft>
              <a:buSzPts val="1900"/>
              <a:buChar char="●"/>
              <a:defRPr/>
            </a:lvl7pPr>
            <a:lvl8pPr marL="3657600" lvl="7" indent="-349250">
              <a:spcBef>
                <a:spcPts val="0"/>
              </a:spcBef>
              <a:spcAft>
                <a:spcPts val="0"/>
              </a:spcAft>
              <a:buSzPts val="1900"/>
              <a:buChar char="○"/>
              <a:defRPr/>
            </a:lvl8pPr>
            <a:lvl9pPr marL="4114800" lvl="8" indent="-349250">
              <a:spcBef>
                <a:spcPts val="0"/>
              </a:spcBef>
              <a:spcAft>
                <a:spcPts val="0"/>
              </a:spcAft>
              <a:buSzPts val="1900"/>
              <a:buChar char="■"/>
              <a:defRPr/>
            </a:lvl9pPr>
          </a:lstStyle>
          <a:p>
            <a:endParaRPr/>
          </a:p>
        </p:txBody>
      </p:sp>
      <p:sp>
        <p:nvSpPr>
          <p:cNvPr id="23" name="Google Shape;23;p4"/>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6" name="Google Shape;26;p5"/>
          <p:cNvSpPr txBox="1">
            <a:spLocks noGrp="1"/>
          </p:cNvSpPr>
          <p:nvPr>
            <p:ph type="body" idx="1"/>
          </p:nvPr>
        </p:nvSpPr>
        <p:spPr>
          <a:xfrm>
            <a:off x="415600" y="1536633"/>
            <a:ext cx="5333100" cy="4555200"/>
          </a:xfrm>
          <a:prstGeom prst="rect">
            <a:avLst/>
          </a:prstGeom>
        </p:spPr>
        <p:txBody>
          <a:bodyPr spcFirstLastPara="1" wrap="square" lIns="121900" tIns="121900" rIns="121900" bIns="121900" anchor="t" anchorCtr="0">
            <a:normAutofit/>
          </a:bodyPr>
          <a:lstStyle>
            <a:lvl1pPr marL="457200" lvl="0" indent="-349250">
              <a:spcBef>
                <a:spcPts val="0"/>
              </a:spcBef>
              <a:spcAft>
                <a:spcPts val="0"/>
              </a:spcAft>
              <a:buSzPts val="1900"/>
              <a:buChar char="●"/>
              <a:defRPr sz="19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27" name="Google Shape;27;p5"/>
          <p:cNvSpPr txBox="1">
            <a:spLocks noGrp="1"/>
          </p:cNvSpPr>
          <p:nvPr>
            <p:ph type="body" idx="2"/>
          </p:nvPr>
        </p:nvSpPr>
        <p:spPr>
          <a:xfrm>
            <a:off x="6443200" y="1536633"/>
            <a:ext cx="5333100" cy="4555200"/>
          </a:xfrm>
          <a:prstGeom prst="rect">
            <a:avLst/>
          </a:prstGeom>
        </p:spPr>
        <p:txBody>
          <a:bodyPr spcFirstLastPara="1" wrap="square" lIns="121900" tIns="121900" rIns="121900" bIns="121900" anchor="t" anchorCtr="0">
            <a:normAutofit/>
          </a:bodyPr>
          <a:lstStyle>
            <a:lvl1pPr marL="457200" lvl="0" indent="-349250">
              <a:spcBef>
                <a:spcPts val="0"/>
              </a:spcBef>
              <a:spcAft>
                <a:spcPts val="0"/>
              </a:spcAft>
              <a:buSzPts val="1900"/>
              <a:buChar char="●"/>
              <a:defRPr sz="19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28" name="Google Shape;28;p5"/>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31" name="Google Shape;31;p6"/>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415600" y="740800"/>
            <a:ext cx="3744000" cy="1007700"/>
          </a:xfrm>
          <a:prstGeom prst="rect">
            <a:avLst/>
          </a:prstGeom>
        </p:spPr>
        <p:txBody>
          <a:bodyPr spcFirstLastPara="1" wrap="square" lIns="121900" tIns="121900" rIns="121900" bIns="121900" anchor="b" anchorCtr="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a:endParaRPr/>
          </a:p>
        </p:txBody>
      </p:sp>
      <p:sp>
        <p:nvSpPr>
          <p:cNvPr id="34" name="Google Shape;34;p7"/>
          <p:cNvSpPr txBox="1">
            <a:spLocks noGrp="1"/>
          </p:cNvSpPr>
          <p:nvPr>
            <p:ph type="body" idx="1"/>
          </p:nvPr>
        </p:nvSpPr>
        <p:spPr>
          <a:xfrm>
            <a:off x="415600" y="1852800"/>
            <a:ext cx="3744000" cy="4239300"/>
          </a:xfrm>
          <a:prstGeom prst="rect">
            <a:avLst/>
          </a:prstGeom>
        </p:spPr>
        <p:txBody>
          <a:bodyPr spcFirstLastPara="1" wrap="square" lIns="121900" tIns="121900" rIns="121900" bIns="121900" anchor="t" anchorCtr="0">
            <a:normAutofit/>
          </a:bodyPr>
          <a:lstStyle>
            <a:lvl1pPr marL="457200" lvl="0" indent="-330200">
              <a:spcBef>
                <a:spcPts val="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35" name="Google Shape;35;p7"/>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653667" y="600200"/>
            <a:ext cx="8490300" cy="5454300"/>
          </a:xfrm>
          <a:prstGeom prst="rect">
            <a:avLst/>
          </a:prstGeom>
        </p:spPr>
        <p:txBody>
          <a:bodyPr spcFirstLastPara="1" wrap="square" lIns="121900" tIns="121900" rIns="121900" bIns="121900" anchor="ctr" anchorCtr="0">
            <a:norm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a:endParaRPr/>
          </a:p>
        </p:txBody>
      </p:sp>
      <p:sp>
        <p:nvSpPr>
          <p:cNvPr id="38" name="Google Shape;38;p8"/>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sp>
        <p:nvSpPr>
          <p:cNvPr id="40" name="Google Shape;40;p9"/>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41" name="Google Shape;41;p9"/>
          <p:cNvSpPr txBox="1">
            <a:spLocks noGrp="1"/>
          </p:cNvSpPr>
          <p:nvPr>
            <p:ph type="title"/>
          </p:nvPr>
        </p:nvSpPr>
        <p:spPr>
          <a:xfrm>
            <a:off x="354000" y="1644233"/>
            <a:ext cx="5393700" cy="1976400"/>
          </a:xfrm>
          <a:prstGeom prst="rect">
            <a:avLst/>
          </a:prstGeom>
        </p:spPr>
        <p:txBody>
          <a:bodyPr spcFirstLastPara="1" wrap="square" lIns="121900" tIns="121900" rIns="121900" bIns="121900" anchor="b" anchorCtr="0">
            <a:norm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a:endParaRPr/>
          </a:p>
        </p:txBody>
      </p:sp>
      <p:sp>
        <p:nvSpPr>
          <p:cNvPr id="42" name="Google Shape;42;p9"/>
          <p:cNvSpPr txBox="1">
            <a:spLocks noGrp="1"/>
          </p:cNvSpPr>
          <p:nvPr>
            <p:ph type="subTitle" idx="1"/>
          </p:nvPr>
        </p:nvSpPr>
        <p:spPr>
          <a:xfrm>
            <a:off x="354000" y="3737433"/>
            <a:ext cx="5393700" cy="1646700"/>
          </a:xfrm>
          <a:prstGeom prst="rect">
            <a:avLst/>
          </a:prstGeom>
        </p:spPr>
        <p:txBody>
          <a:bodyPr spcFirstLastPara="1" wrap="square" lIns="121900" tIns="121900" rIns="121900" bIns="121900"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43" name="Google Shape;43;p9"/>
          <p:cNvSpPr txBox="1">
            <a:spLocks noGrp="1"/>
          </p:cNvSpPr>
          <p:nvPr>
            <p:ph type="body" idx="2"/>
          </p:nvPr>
        </p:nvSpPr>
        <p:spPr>
          <a:xfrm>
            <a:off x="6586000" y="965433"/>
            <a:ext cx="5115900" cy="4926900"/>
          </a:xfrm>
          <a:prstGeom prst="rect">
            <a:avLst/>
          </a:prstGeom>
        </p:spPr>
        <p:txBody>
          <a:bodyPr spcFirstLastPara="1" wrap="square" lIns="121900" tIns="121900" rIns="121900" bIns="121900" anchor="ctr" anchorCtr="0">
            <a:normAutofit/>
          </a:bodyPr>
          <a:lstStyle>
            <a:lvl1pPr marL="457200" lvl="0" indent="-381000">
              <a:spcBef>
                <a:spcPts val="0"/>
              </a:spcBef>
              <a:spcAft>
                <a:spcPts val="0"/>
              </a:spcAft>
              <a:buSzPts val="2400"/>
              <a:buChar char="●"/>
              <a:defRPr/>
            </a:lvl1pPr>
            <a:lvl2pPr marL="914400" lvl="1" indent="-349250">
              <a:spcBef>
                <a:spcPts val="0"/>
              </a:spcBef>
              <a:spcAft>
                <a:spcPts val="0"/>
              </a:spcAft>
              <a:buSzPts val="1900"/>
              <a:buChar char="○"/>
              <a:defRPr/>
            </a:lvl2pPr>
            <a:lvl3pPr marL="1371600" lvl="2" indent="-349250">
              <a:spcBef>
                <a:spcPts val="0"/>
              </a:spcBef>
              <a:spcAft>
                <a:spcPts val="0"/>
              </a:spcAft>
              <a:buSzPts val="1900"/>
              <a:buChar char="■"/>
              <a:defRPr/>
            </a:lvl3pPr>
            <a:lvl4pPr marL="1828800" lvl="3" indent="-349250">
              <a:spcBef>
                <a:spcPts val="0"/>
              </a:spcBef>
              <a:spcAft>
                <a:spcPts val="0"/>
              </a:spcAft>
              <a:buSzPts val="1900"/>
              <a:buChar char="●"/>
              <a:defRPr/>
            </a:lvl4pPr>
            <a:lvl5pPr marL="2286000" lvl="4" indent="-349250">
              <a:spcBef>
                <a:spcPts val="0"/>
              </a:spcBef>
              <a:spcAft>
                <a:spcPts val="0"/>
              </a:spcAft>
              <a:buSzPts val="1900"/>
              <a:buChar char="○"/>
              <a:defRPr/>
            </a:lvl5pPr>
            <a:lvl6pPr marL="2743200" lvl="5" indent="-349250">
              <a:spcBef>
                <a:spcPts val="0"/>
              </a:spcBef>
              <a:spcAft>
                <a:spcPts val="0"/>
              </a:spcAft>
              <a:buSzPts val="1900"/>
              <a:buChar char="■"/>
              <a:defRPr/>
            </a:lvl6pPr>
            <a:lvl7pPr marL="3200400" lvl="6" indent="-349250">
              <a:spcBef>
                <a:spcPts val="0"/>
              </a:spcBef>
              <a:spcAft>
                <a:spcPts val="0"/>
              </a:spcAft>
              <a:buSzPts val="1900"/>
              <a:buChar char="●"/>
              <a:defRPr/>
            </a:lvl7pPr>
            <a:lvl8pPr marL="3657600" lvl="7" indent="-349250">
              <a:spcBef>
                <a:spcPts val="0"/>
              </a:spcBef>
              <a:spcAft>
                <a:spcPts val="0"/>
              </a:spcAft>
              <a:buSzPts val="1900"/>
              <a:buChar char="○"/>
              <a:defRPr/>
            </a:lvl8pPr>
            <a:lvl9pPr marL="4114800" lvl="8" indent="-349250">
              <a:spcBef>
                <a:spcPts val="0"/>
              </a:spcBef>
              <a:spcAft>
                <a:spcPts val="0"/>
              </a:spcAft>
              <a:buSzPts val="1900"/>
              <a:buChar char="■"/>
              <a:defRPr/>
            </a:lvl9pPr>
          </a:lstStyle>
          <a:p>
            <a:endParaRPr/>
          </a:p>
        </p:txBody>
      </p:sp>
      <p:sp>
        <p:nvSpPr>
          <p:cNvPr id="44" name="Google Shape;44;p9"/>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5"/>
        <p:cNvGrpSpPr/>
        <p:nvPr/>
      </p:nvGrpSpPr>
      <p:grpSpPr>
        <a:xfrm>
          <a:off x="0" y="0"/>
          <a:ext cx="0" cy="0"/>
          <a:chOff x="0" y="0"/>
          <a:chExt cx="0" cy="0"/>
        </a:xfrm>
      </p:grpSpPr>
      <p:sp>
        <p:nvSpPr>
          <p:cNvPr id="46" name="Google Shape;46;p10"/>
          <p:cNvSpPr txBox="1">
            <a:spLocks noGrp="1"/>
          </p:cNvSpPr>
          <p:nvPr>
            <p:ph type="body" idx="1"/>
          </p:nvPr>
        </p:nvSpPr>
        <p:spPr>
          <a:xfrm>
            <a:off x="415600" y="5640767"/>
            <a:ext cx="7998300" cy="806700"/>
          </a:xfrm>
          <a:prstGeom prst="rect">
            <a:avLst/>
          </a:prstGeom>
        </p:spPr>
        <p:txBody>
          <a:bodyPr spcFirstLastPara="1" wrap="square" lIns="121900" tIns="121900" rIns="121900" bIns="121900" anchor="ctr" anchorCtr="0">
            <a:normAutofit/>
          </a:bodyPr>
          <a:lstStyle>
            <a:lvl1pPr marL="457200" lvl="0" indent="-228600">
              <a:lnSpc>
                <a:spcPct val="100000"/>
              </a:lnSpc>
              <a:spcBef>
                <a:spcPts val="0"/>
              </a:spcBef>
              <a:spcAft>
                <a:spcPts val="0"/>
              </a:spcAft>
              <a:buSzPts val="2400"/>
              <a:buNone/>
              <a:defRPr/>
            </a:lvl1pPr>
          </a:lstStyle>
          <a:p>
            <a:endParaRPr/>
          </a:p>
        </p:txBody>
      </p:sp>
      <p:sp>
        <p:nvSpPr>
          <p:cNvPr id="47" name="Google Shape;47;p10"/>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8"/>
        <p:cNvGrpSpPr/>
        <p:nvPr/>
      </p:nvGrpSpPr>
      <p:grpSpPr>
        <a:xfrm>
          <a:off x="0" y="0"/>
          <a:ext cx="0" cy="0"/>
          <a:chOff x="0" y="0"/>
          <a:chExt cx="0" cy="0"/>
        </a:xfrm>
      </p:grpSpPr>
      <p:sp>
        <p:nvSpPr>
          <p:cNvPr id="49" name="Google Shape;49;p11"/>
          <p:cNvSpPr txBox="1">
            <a:spLocks noGrp="1"/>
          </p:cNvSpPr>
          <p:nvPr>
            <p:ph type="title" hasCustomPrompt="1"/>
          </p:nvPr>
        </p:nvSpPr>
        <p:spPr>
          <a:xfrm>
            <a:off x="415600" y="1474833"/>
            <a:ext cx="11360700" cy="2618100"/>
          </a:xfrm>
          <a:prstGeom prst="rect">
            <a:avLst/>
          </a:prstGeom>
        </p:spPr>
        <p:txBody>
          <a:bodyPr spcFirstLastPara="1" wrap="square" lIns="121900" tIns="121900" rIns="121900" bIns="121900" anchor="b" anchorCtr="0">
            <a:norm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50" name="Google Shape;50;p11"/>
          <p:cNvSpPr txBox="1">
            <a:spLocks noGrp="1"/>
          </p:cNvSpPr>
          <p:nvPr>
            <p:ph type="body" idx="1"/>
          </p:nvPr>
        </p:nvSpPr>
        <p:spPr>
          <a:xfrm>
            <a:off x="415600" y="4202967"/>
            <a:ext cx="11360700" cy="1734300"/>
          </a:xfrm>
          <a:prstGeom prst="rect">
            <a:avLst/>
          </a:prstGeom>
        </p:spPr>
        <p:txBody>
          <a:bodyPr spcFirstLastPara="1" wrap="square" lIns="121900" tIns="121900" rIns="121900" bIns="121900" anchor="t" anchorCtr="0">
            <a:normAutofit/>
          </a:bodyPr>
          <a:lstStyle>
            <a:lvl1pPr marL="457200" lvl="0" indent="-381000" algn="ctr">
              <a:spcBef>
                <a:spcPts val="0"/>
              </a:spcBef>
              <a:spcAft>
                <a:spcPts val="0"/>
              </a:spcAft>
              <a:buSzPts val="2400"/>
              <a:buChar char="●"/>
              <a:defRPr/>
            </a:lvl1pPr>
            <a:lvl2pPr marL="914400" lvl="1" indent="-349250" algn="ctr">
              <a:spcBef>
                <a:spcPts val="0"/>
              </a:spcBef>
              <a:spcAft>
                <a:spcPts val="0"/>
              </a:spcAft>
              <a:buSzPts val="1900"/>
              <a:buChar char="○"/>
              <a:defRPr/>
            </a:lvl2pPr>
            <a:lvl3pPr marL="1371600" lvl="2" indent="-349250" algn="ctr">
              <a:spcBef>
                <a:spcPts val="0"/>
              </a:spcBef>
              <a:spcAft>
                <a:spcPts val="0"/>
              </a:spcAft>
              <a:buSzPts val="1900"/>
              <a:buChar char="■"/>
              <a:defRPr/>
            </a:lvl3pPr>
            <a:lvl4pPr marL="1828800" lvl="3" indent="-349250" algn="ctr">
              <a:spcBef>
                <a:spcPts val="0"/>
              </a:spcBef>
              <a:spcAft>
                <a:spcPts val="0"/>
              </a:spcAft>
              <a:buSzPts val="1900"/>
              <a:buChar char="●"/>
              <a:defRPr/>
            </a:lvl4pPr>
            <a:lvl5pPr marL="2286000" lvl="4" indent="-349250" algn="ctr">
              <a:spcBef>
                <a:spcPts val="0"/>
              </a:spcBef>
              <a:spcAft>
                <a:spcPts val="0"/>
              </a:spcAft>
              <a:buSzPts val="1900"/>
              <a:buChar char="○"/>
              <a:defRPr/>
            </a:lvl5pPr>
            <a:lvl6pPr marL="2743200" lvl="5" indent="-349250" algn="ctr">
              <a:spcBef>
                <a:spcPts val="0"/>
              </a:spcBef>
              <a:spcAft>
                <a:spcPts val="0"/>
              </a:spcAft>
              <a:buSzPts val="1900"/>
              <a:buChar char="■"/>
              <a:defRPr/>
            </a:lvl6pPr>
            <a:lvl7pPr marL="3200400" lvl="6" indent="-349250" algn="ctr">
              <a:spcBef>
                <a:spcPts val="0"/>
              </a:spcBef>
              <a:spcAft>
                <a:spcPts val="0"/>
              </a:spcAft>
              <a:buSzPts val="1900"/>
              <a:buChar char="●"/>
              <a:defRPr/>
            </a:lvl7pPr>
            <a:lvl8pPr marL="3657600" lvl="7" indent="-349250" algn="ctr">
              <a:spcBef>
                <a:spcPts val="0"/>
              </a:spcBef>
              <a:spcAft>
                <a:spcPts val="0"/>
              </a:spcAft>
              <a:buSzPts val="1900"/>
              <a:buChar char="○"/>
              <a:defRPr/>
            </a:lvl8pPr>
            <a:lvl9pPr marL="4114800" lvl="8" indent="-349250" algn="ctr">
              <a:spcBef>
                <a:spcPts val="0"/>
              </a:spcBef>
              <a:spcAft>
                <a:spcPts val="0"/>
              </a:spcAft>
              <a:buSzPts val="1900"/>
              <a:buChar char="■"/>
              <a:defRPr/>
            </a:lvl9pPr>
          </a:lstStyle>
          <a:p>
            <a:endParaRPr/>
          </a:p>
        </p:txBody>
      </p:sp>
      <p:sp>
        <p:nvSpPr>
          <p:cNvPr id="51" name="Google Shape;51;p11"/>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2"/>
        <p:cNvGrpSpPr/>
        <p:nvPr/>
      </p:nvGrpSpPr>
      <p:grpSpPr>
        <a:xfrm>
          <a:off x="0" y="0"/>
          <a:ext cx="0" cy="0"/>
          <a:chOff x="0" y="0"/>
          <a:chExt cx="0" cy="0"/>
        </a:xfrm>
      </p:grpSpPr>
      <p:sp>
        <p:nvSpPr>
          <p:cNvPr id="53" name="Google Shape;53;p12"/>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13">
            <a:alphaModFix/>
          </a:blip>
          <a:stretch>
            <a:fillRect/>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a:endParaRPr/>
          </a:p>
        </p:txBody>
      </p:sp>
      <p:sp>
        <p:nvSpPr>
          <p:cNvPr id="11" name="Google Shape;11;p1"/>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lvl="0" indent="-381000">
              <a:lnSpc>
                <a:spcPct val="115000"/>
              </a:lnSpc>
              <a:spcBef>
                <a:spcPts val="0"/>
              </a:spcBef>
              <a:spcAft>
                <a:spcPts val="0"/>
              </a:spcAft>
              <a:buClr>
                <a:schemeClr val="dk2"/>
              </a:buClr>
              <a:buSzPts val="2400"/>
              <a:buChar char="●"/>
              <a:defRPr sz="2400">
                <a:solidFill>
                  <a:schemeClr val="dk2"/>
                </a:solidFill>
              </a:defRPr>
            </a:lvl1pPr>
            <a:lvl2pPr marL="914400" lvl="1" indent="-349250">
              <a:lnSpc>
                <a:spcPct val="115000"/>
              </a:lnSpc>
              <a:spcBef>
                <a:spcPts val="0"/>
              </a:spcBef>
              <a:spcAft>
                <a:spcPts val="0"/>
              </a:spcAft>
              <a:buClr>
                <a:schemeClr val="dk2"/>
              </a:buClr>
              <a:buSzPts val="1900"/>
              <a:buChar char="○"/>
              <a:defRPr sz="1900">
                <a:solidFill>
                  <a:schemeClr val="dk2"/>
                </a:solidFill>
              </a:defRPr>
            </a:lvl2pPr>
            <a:lvl3pPr marL="1371600" lvl="2" indent="-349250">
              <a:lnSpc>
                <a:spcPct val="115000"/>
              </a:lnSpc>
              <a:spcBef>
                <a:spcPts val="0"/>
              </a:spcBef>
              <a:spcAft>
                <a:spcPts val="0"/>
              </a:spcAft>
              <a:buClr>
                <a:schemeClr val="dk2"/>
              </a:buClr>
              <a:buSzPts val="1900"/>
              <a:buChar char="■"/>
              <a:defRPr sz="1900">
                <a:solidFill>
                  <a:schemeClr val="dk2"/>
                </a:solidFill>
              </a:defRPr>
            </a:lvl3pPr>
            <a:lvl4pPr marL="1828800" lvl="3" indent="-349250">
              <a:lnSpc>
                <a:spcPct val="115000"/>
              </a:lnSpc>
              <a:spcBef>
                <a:spcPts val="0"/>
              </a:spcBef>
              <a:spcAft>
                <a:spcPts val="0"/>
              </a:spcAft>
              <a:buClr>
                <a:schemeClr val="dk2"/>
              </a:buClr>
              <a:buSzPts val="1900"/>
              <a:buChar char="●"/>
              <a:defRPr sz="1900">
                <a:solidFill>
                  <a:schemeClr val="dk2"/>
                </a:solidFill>
              </a:defRPr>
            </a:lvl4pPr>
            <a:lvl5pPr marL="2286000" lvl="4" indent="-349250">
              <a:lnSpc>
                <a:spcPct val="115000"/>
              </a:lnSpc>
              <a:spcBef>
                <a:spcPts val="0"/>
              </a:spcBef>
              <a:spcAft>
                <a:spcPts val="0"/>
              </a:spcAft>
              <a:buClr>
                <a:schemeClr val="dk2"/>
              </a:buClr>
              <a:buSzPts val="1900"/>
              <a:buChar char="○"/>
              <a:defRPr sz="1900">
                <a:solidFill>
                  <a:schemeClr val="dk2"/>
                </a:solidFill>
              </a:defRPr>
            </a:lvl5pPr>
            <a:lvl6pPr marL="2743200" lvl="5" indent="-349250">
              <a:lnSpc>
                <a:spcPct val="115000"/>
              </a:lnSpc>
              <a:spcBef>
                <a:spcPts val="0"/>
              </a:spcBef>
              <a:spcAft>
                <a:spcPts val="0"/>
              </a:spcAft>
              <a:buClr>
                <a:schemeClr val="dk2"/>
              </a:buClr>
              <a:buSzPts val="1900"/>
              <a:buChar char="■"/>
              <a:defRPr sz="1900">
                <a:solidFill>
                  <a:schemeClr val="dk2"/>
                </a:solidFill>
              </a:defRPr>
            </a:lvl6pPr>
            <a:lvl7pPr marL="3200400" lvl="6" indent="-349250">
              <a:lnSpc>
                <a:spcPct val="115000"/>
              </a:lnSpc>
              <a:spcBef>
                <a:spcPts val="0"/>
              </a:spcBef>
              <a:spcAft>
                <a:spcPts val="0"/>
              </a:spcAft>
              <a:buClr>
                <a:schemeClr val="dk2"/>
              </a:buClr>
              <a:buSzPts val="1900"/>
              <a:buChar char="●"/>
              <a:defRPr sz="1900">
                <a:solidFill>
                  <a:schemeClr val="dk2"/>
                </a:solidFill>
              </a:defRPr>
            </a:lvl7pPr>
            <a:lvl8pPr marL="3657600" lvl="7" indent="-349250">
              <a:lnSpc>
                <a:spcPct val="115000"/>
              </a:lnSpc>
              <a:spcBef>
                <a:spcPts val="0"/>
              </a:spcBef>
              <a:spcAft>
                <a:spcPts val="0"/>
              </a:spcAft>
              <a:buClr>
                <a:schemeClr val="dk2"/>
              </a:buClr>
              <a:buSzPts val="1900"/>
              <a:buChar char="○"/>
              <a:defRPr sz="1900">
                <a:solidFill>
                  <a:schemeClr val="dk2"/>
                </a:solidFill>
              </a:defRPr>
            </a:lvl8pPr>
            <a:lvl9pPr marL="4114800" lvl="8" indent="-349250">
              <a:lnSpc>
                <a:spcPct val="115000"/>
              </a:lnSpc>
              <a:spcBef>
                <a:spcPts val="0"/>
              </a:spcBef>
              <a:spcAft>
                <a:spcPts val="0"/>
              </a:spcAft>
              <a:buClr>
                <a:schemeClr val="dk2"/>
              </a:buClr>
              <a:buSzPts val="1900"/>
              <a:buChar char="■"/>
              <a:defRPr sz="1900">
                <a:solidFill>
                  <a:schemeClr val="dk2"/>
                </a:solidFill>
              </a:defRPr>
            </a:lvl9pPr>
          </a:lstStyle>
          <a:p>
            <a:endParaRPr/>
          </a:p>
        </p:txBody>
      </p:sp>
      <p:sp>
        <p:nvSpPr>
          <p:cNvPr id="12" name="Google Shape;12;p1"/>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mc:AlternateContent xmlns:mc="http://schemas.openxmlformats.org/markup-compatibility/2006" xmlns:p14="http://schemas.microsoft.com/office/powerpoint/2010/main">
    <mc:Choice Requires="p14">
      <p:transition spd="med">
        <p14:gallery dir="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7"/>
        <p:cNvGrpSpPr/>
        <p:nvPr/>
      </p:nvGrpSpPr>
      <p:grpSpPr>
        <a:xfrm>
          <a:off x="0" y="0"/>
          <a:ext cx="0" cy="0"/>
          <a:chOff x="0" y="0"/>
          <a:chExt cx="0" cy="0"/>
        </a:xfrm>
      </p:grpSpPr>
      <p:sp>
        <p:nvSpPr>
          <p:cNvPr id="58" name="Google Shape;58;p13"/>
          <p:cNvSpPr/>
          <p:nvPr/>
        </p:nvSpPr>
        <p:spPr>
          <a:xfrm>
            <a:off x="2012068" y="3444907"/>
            <a:ext cx="9052800" cy="523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b="0" i="0" u="none" strike="noStrike" cap="none" dirty="0">
                <a:solidFill>
                  <a:srgbClr val="FF0000"/>
                </a:solidFill>
                <a:latin typeface="Times New Roman"/>
                <a:ea typeface="Times New Roman"/>
                <a:cs typeface="Times New Roman"/>
                <a:sym typeface="Times New Roman"/>
              </a:rPr>
              <a:t>“</a:t>
            </a:r>
            <a:r>
              <a:rPr lang="en-US" sz="2400" dirty="0">
                <a:solidFill>
                  <a:srgbClr val="FF0000"/>
                </a:solidFill>
                <a:latin typeface="Times New Roman"/>
                <a:ea typeface="Times New Roman"/>
                <a:cs typeface="Times New Roman"/>
                <a:sym typeface="Times New Roman"/>
              </a:rPr>
              <a:t>Mood-Based Music Recommendation Web App with Playback</a:t>
            </a:r>
            <a:r>
              <a:rPr lang="en-US" sz="2800" b="0" i="0" u="none" strike="noStrike" cap="none" dirty="0">
                <a:solidFill>
                  <a:srgbClr val="FF0000"/>
                </a:solidFill>
                <a:latin typeface="Times New Roman"/>
                <a:ea typeface="Times New Roman"/>
                <a:cs typeface="Times New Roman"/>
                <a:sym typeface="Times New Roman"/>
              </a:rPr>
              <a:t>”</a:t>
            </a:r>
            <a:endParaRPr dirty="0">
              <a:solidFill>
                <a:srgbClr val="FF0000"/>
              </a:solidFill>
            </a:endParaRPr>
          </a:p>
        </p:txBody>
      </p:sp>
      <p:sp>
        <p:nvSpPr>
          <p:cNvPr id="59" name="Google Shape;59;p13"/>
          <p:cNvSpPr txBox="1"/>
          <p:nvPr/>
        </p:nvSpPr>
        <p:spPr>
          <a:xfrm>
            <a:off x="1731811" y="4513297"/>
            <a:ext cx="8983500" cy="7620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baseline="30000" dirty="0">
                <a:latin typeface="Cambria"/>
                <a:ea typeface="Cambria"/>
                <a:cs typeface="Cambria"/>
                <a:sym typeface="Cambria"/>
              </a:rPr>
              <a:t>Rajat Kulkarni</a:t>
            </a:r>
            <a:r>
              <a:rPr lang="en-US" sz="2000" b="0" i="0" u="none" strike="noStrike" cap="none" baseline="30000" dirty="0">
                <a:latin typeface="Cambria"/>
                <a:ea typeface="Cambria"/>
                <a:cs typeface="Cambria"/>
                <a:sym typeface="Cambria"/>
              </a:rPr>
              <a:t>                          </a:t>
            </a:r>
            <a:r>
              <a:rPr lang="en-US" sz="2000" baseline="30000" dirty="0">
                <a:latin typeface="Cambria"/>
                <a:ea typeface="Cambria"/>
                <a:cs typeface="Cambria"/>
                <a:sym typeface="Cambria"/>
              </a:rPr>
              <a:t>Rajvardhan More</a:t>
            </a:r>
            <a:r>
              <a:rPr lang="en-US" sz="2000" b="0" i="0" u="none" strike="noStrike" cap="none" baseline="30000" dirty="0">
                <a:latin typeface="Cambria"/>
                <a:ea typeface="Cambria"/>
                <a:cs typeface="Cambria"/>
                <a:sym typeface="Cambria"/>
              </a:rPr>
              <a:t>                        </a:t>
            </a:r>
            <a:r>
              <a:rPr lang="en-US" sz="2000" baseline="30000" dirty="0">
                <a:latin typeface="Cambria"/>
                <a:ea typeface="Cambria"/>
                <a:cs typeface="Cambria"/>
                <a:sym typeface="Cambria"/>
              </a:rPr>
              <a:t>Siddappa </a:t>
            </a:r>
            <a:r>
              <a:rPr lang="en-US" sz="2000" baseline="30000" dirty="0" err="1">
                <a:latin typeface="Cambria"/>
                <a:ea typeface="Cambria"/>
                <a:cs typeface="Cambria"/>
                <a:sym typeface="Cambria"/>
              </a:rPr>
              <a:t>Hirekurabar</a:t>
            </a:r>
            <a:r>
              <a:rPr lang="en-US" sz="2000" b="0" i="0" u="none" strike="noStrike" cap="none" baseline="30000" dirty="0">
                <a:latin typeface="Cambria"/>
                <a:ea typeface="Cambria"/>
                <a:cs typeface="Cambria"/>
                <a:sym typeface="Cambria"/>
              </a:rPr>
              <a:t>                   </a:t>
            </a:r>
            <a:r>
              <a:rPr lang="en-US" sz="2000" baseline="30000" dirty="0">
                <a:latin typeface="Cambria"/>
                <a:ea typeface="Cambria"/>
                <a:cs typeface="Cambria"/>
                <a:sym typeface="Cambria"/>
              </a:rPr>
              <a:t>Vinayak Chinchakhandi</a:t>
            </a:r>
            <a:r>
              <a:rPr lang="en-US" sz="2000" b="0" i="0" u="none" strike="noStrike" cap="none" baseline="30000" dirty="0">
                <a:latin typeface="Cambria"/>
                <a:ea typeface="Cambria"/>
                <a:cs typeface="Cambria"/>
                <a:sym typeface="Cambria"/>
              </a:rPr>
              <a:t> </a:t>
            </a:r>
            <a:endParaRPr dirty="0"/>
          </a:p>
          <a:p>
            <a:pPr marL="0" marR="0" lvl="0" indent="0" algn="l" rtl="0">
              <a:spcBef>
                <a:spcPts val="0"/>
              </a:spcBef>
              <a:spcAft>
                <a:spcPts val="0"/>
              </a:spcAft>
              <a:buNone/>
            </a:pPr>
            <a:r>
              <a:rPr lang="en-US" sz="1600" b="0" i="0" u="none" strike="noStrike" cap="none" dirty="0">
                <a:latin typeface="Cambria"/>
                <a:ea typeface="Cambria"/>
                <a:cs typeface="Cambria"/>
                <a:sym typeface="Cambria"/>
              </a:rPr>
              <a:t>        </a:t>
            </a:r>
            <a:r>
              <a:rPr lang="en-US" sz="1600" dirty="0">
                <a:latin typeface="Cambria"/>
                <a:ea typeface="Cambria"/>
                <a:cs typeface="Cambria"/>
                <a:sym typeface="Cambria"/>
              </a:rPr>
              <a:t> </a:t>
            </a:r>
            <a:r>
              <a:rPr lang="en-US" sz="1400" b="0" i="0" u="none" strike="noStrike" cap="none" dirty="0">
                <a:latin typeface="Cambria"/>
                <a:ea typeface="Cambria"/>
                <a:cs typeface="Cambria"/>
                <a:sym typeface="Cambria"/>
              </a:rPr>
              <a:t>2GI23</a:t>
            </a:r>
            <a:r>
              <a:rPr lang="en-US" dirty="0">
                <a:latin typeface="Cambria"/>
                <a:ea typeface="Cambria"/>
                <a:cs typeface="Cambria"/>
                <a:sym typeface="Cambria"/>
              </a:rPr>
              <a:t>IS076</a:t>
            </a:r>
            <a:r>
              <a:rPr lang="en-US" sz="1400" b="0" i="0" u="none" strike="noStrike" cap="none" dirty="0">
                <a:latin typeface="Cambria"/>
                <a:ea typeface="Cambria"/>
                <a:cs typeface="Cambria"/>
                <a:sym typeface="Cambria"/>
              </a:rPr>
              <a:t>                             2GI23</a:t>
            </a:r>
            <a:r>
              <a:rPr lang="en-US" dirty="0">
                <a:latin typeface="Cambria"/>
                <a:ea typeface="Cambria"/>
                <a:cs typeface="Cambria"/>
                <a:sym typeface="Cambria"/>
              </a:rPr>
              <a:t>IS077</a:t>
            </a:r>
            <a:r>
              <a:rPr lang="en-US" sz="1400" b="0" i="0" u="none" strike="noStrike" cap="none" dirty="0">
                <a:latin typeface="Cambria"/>
                <a:ea typeface="Cambria"/>
                <a:cs typeface="Cambria"/>
                <a:sym typeface="Cambria"/>
              </a:rPr>
              <a:t>                               </a:t>
            </a:r>
            <a:r>
              <a:rPr lang="en-US" dirty="0">
                <a:latin typeface="Cambria"/>
                <a:ea typeface="Cambria"/>
                <a:cs typeface="Cambria"/>
                <a:sym typeface="Cambria"/>
              </a:rPr>
              <a:t> </a:t>
            </a:r>
            <a:r>
              <a:rPr lang="en-US" sz="1400" b="0" i="0" u="none" strike="noStrike" cap="none" dirty="0">
                <a:latin typeface="Cambria"/>
                <a:ea typeface="Cambria"/>
                <a:cs typeface="Cambria"/>
                <a:sym typeface="Cambria"/>
              </a:rPr>
              <a:t>2GI23</a:t>
            </a:r>
            <a:r>
              <a:rPr lang="en-US" dirty="0">
                <a:latin typeface="Cambria"/>
                <a:ea typeface="Cambria"/>
                <a:cs typeface="Cambria"/>
                <a:sym typeface="Cambria"/>
              </a:rPr>
              <a:t>IS099</a:t>
            </a:r>
            <a:r>
              <a:rPr lang="en-US" sz="1400" b="0" i="0" u="none" strike="noStrike" cap="none" dirty="0">
                <a:latin typeface="Cambria"/>
                <a:ea typeface="Cambria"/>
                <a:cs typeface="Cambria"/>
                <a:sym typeface="Cambria"/>
              </a:rPr>
              <a:t>                                    2GI23</a:t>
            </a:r>
            <a:r>
              <a:rPr lang="en-US" dirty="0">
                <a:latin typeface="Cambria"/>
                <a:ea typeface="Cambria"/>
                <a:cs typeface="Cambria"/>
                <a:sym typeface="Cambria"/>
              </a:rPr>
              <a:t>IS118</a:t>
            </a:r>
            <a:r>
              <a:rPr lang="en-US" sz="1400" b="0" i="0" u="none" strike="noStrike" cap="none" dirty="0">
                <a:latin typeface="Cambria"/>
                <a:ea typeface="Cambria"/>
                <a:cs typeface="Cambria"/>
                <a:sym typeface="Cambria"/>
              </a:rPr>
              <a:t>     </a:t>
            </a:r>
            <a:endParaRPr sz="1400" b="0" i="0" u="none" strike="noStrike" cap="none" dirty="0">
              <a:latin typeface="Cambria"/>
              <a:ea typeface="Cambria"/>
              <a:cs typeface="Cambria"/>
              <a:sym typeface="Cambria"/>
            </a:endParaRPr>
          </a:p>
        </p:txBody>
      </p:sp>
      <p:sp>
        <p:nvSpPr>
          <p:cNvPr id="60" name="Google Shape;60;p13"/>
          <p:cNvSpPr/>
          <p:nvPr/>
        </p:nvSpPr>
        <p:spPr>
          <a:xfrm>
            <a:off x="4457377" y="5629077"/>
            <a:ext cx="3303000" cy="461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0" i="0" u="none" strike="noStrike" cap="none">
                <a:latin typeface="Times New Roman"/>
                <a:ea typeface="Times New Roman"/>
                <a:cs typeface="Times New Roman"/>
                <a:sym typeface="Times New Roman"/>
              </a:rPr>
              <a:t>Under the Guidance of:</a:t>
            </a:r>
            <a:endParaRPr/>
          </a:p>
        </p:txBody>
      </p:sp>
      <p:sp>
        <p:nvSpPr>
          <p:cNvPr id="61" name="Google Shape;61;p13"/>
          <p:cNvSpPr txBox="1"/>
          <p:nvPr/>
        </p:nvSpPr>
        <p:spPr>
          <a:xfrm>
            <a:off x="2341331" y="6023225"/>
            <a:ext cx="7256400" cy="762000"/>
          </a:xfrm>
          <a:prstGeom prst="rect">
            <a:avLst/>
          </a:prstGeom>
          <a:noFill/>
          <a:ln>
            <a:noFill/>
          </a:ln>
        </p:spPr>
        <p:txBody>
          <a:bodyPr spcFirstLastPara="1" wrap="square" lIns="91425" tIns="45700" rIns="91425" bIns="45700" anchor="t" anchorCtr="0">
            <a:normAutofit fontScale="85000" lnSpcReduction="20000"/>
          </a:bodyPr>
          <a:lstStyle/>
          <a:p>
            <a:pPr marL="0" marR="0" lvl="0" indent="0" algn="ctr" rtl="0">
              <a:spcBef>
                <a:spcPts val="0"/>
              </a:spcBef>
              <a:spcAft>
                <a:spcPts val="0"/>
              </a:spcAft>
              <a:buClr>
                <a:srgbClr val="323F4F"/>
              </a:buClr>
              <a:buSzPct val="100000"/>
              <a:buFont typeface="Arial"/>
              <a:buNone/>
            </a:pPr>
            <a:r>
              <a:rPr lang="en-US" sz="2400">
                <a:latin typeface="Times New Roman"/>
                <a:ea typeface="Times New Roman"/>
                <a:cs typeface="Times New Roman"/>
                <a:sym typeface="Times New Roman"/>
              </a:rPr>
              <a:t>Dr.K.S.Mathad</a:t>
            </a:r>
            <a:endParaRPr/>
          </a:p>
          <a:p>
            <a:pPr marL="0" marR="0" lvl="0" indent="0" algn="ctr" rtl="0">
              <a:spcBef>
                <a:spcPts val="0"/>
              </a:spcBef>
              <a:spcAft>
                <a:spcPts val="0"/>
              </a:spcAft>
              <a:buClr>
                <a:srgbClr val="888888"/>
              </a:buClr>
              <a:buSzPct val="100000"/>
              <a:buFont typeface="Arial"/>
              <a:buNone/>
            </a:pPr>
            <a:endParaRPr sz="1200" b="0" i="0" u="none" strike="noStrike" cap="none" baseline="30000">
              <a:latin typeface="Times New Roman"/>
              <a:ea typeface="Times New Roman"/>
              <a:cs typeface="Times New Roman"/>
              <a:sym typeface="Times New Roman"/>
            </a:endParaRPr>
          </a:p>
          <a:p>
            <a:pPr marL="0" marR="0" lvl="0" indent="0" algn="ctr" rtl="0">
              <a:spcBef>
                <a:spcPts val="0"/>
              </a:spcBef>
              <a:spcAft>
                <a:spcPts val="0"/>
              </a:spcAft>
              <a:buClr>
                <a:srgbClr val="323F4F"/>
              </a:buClr>
              <a:buSzPct val="100000"/>
              <a:buFont typeface="Arial"/>
              <a:buNone/>
            </a:pPr>
            <a:r>
              <a:rPr lang="en-US" sz="2400" b="0" i="0" u="none" strike="noStrike" cap="none" baseline="30000">
                <a:latin typeface="Times New Roman"/>
                <a:ea typeface="Times New Roman"/>
                <a:cs typeface="Times New Roman"/>
                <a:sym typeface="Times New Roman"/>
              </a:rPr>
              <a:t>Assistant Professor Dept. of </a:t>
            </a:r>
            <a:r>
              <a:rPr lang="en-US" sz="2400" baseline="30000">
                <a:latin typeface="Times New Roman"/>
                <a:ea typeface="Times New Roman"/>
                <a:cs typeface="Times New Roman"/>
                <a:sym typeface="Times New Roman"/>
              </a:rPr>
              <a:t>ISE</a:t>
            </a:r>
            <a:r>
              <a:rPr lang="en-US" sz="2400" b="0" i="0" u="none" strike="noStrike" cap="none" baseline="30000">
                <a:latin typeface="Times New Roman"/>
                <a:ea typeface="Times New Roman"/>
                <a:cs typeface="Times New Roman"/>
                <a:sym typeface="Times New Roman"/>
              </a:rPr>
              <a:t>, KLSGIT, Belagavi</a:t>
            </a:r>
            <a:endParaRPr/>
          </a:p>
        </p:txBody>
      </p:sp>
      <p:sp>
        <p:nvSpPr>
          <p:cNvPr id="62" name="Google Shape;62;p13"/>
          <p:cNvSpPr txBox="1">
            <a:spLocks noGrp="1"/>
          </p:cNvSpPr>
          <p:nvPr>
            <p:ph type="sldNum" idx="12"/>
          </p:nvPr>
        </p:nvSpPr>
        <p:spPr>
          <a:xfrm>
            <a:off x="11296610" y="6217622"/>
            <a:ext cx="731700" cy="524700"/>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US"/>
              <a:t>1</a:t>
            </a:fld>
            <a:endParaRPr/>
          </a:p>
        </p:txBody>
      </p:sp>
      <p:sp>
        <p:nvSpPr>
          <p:cNvPr id="63" name="Google Shape;63;p13"/>
          <p:cNvSpPr txBox="1"/>
          <p:nvPr/>
        </p:nvSpPr>
        <p:spPr>
          <a:xfrm>
            <a:off x="1676399" y="140610"/>
            <a:ext cx="8839200" cy="13437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323F4F"/>
              </a:buClr>
              <a:buSzPts val="3200"/>
              <a:buFont typeface="Arial"/>
              <a:buNone/>
            </a:pPr>
            <a:r>
              <a:rPr lang="en-US" sz="3200" b="0" i="0" u="none" strike="noStrike" cap="none">
                <a:latin typeface="Times New Roman"/>
                <a:ea typeface="Times New Roman"/>
                <a:cs typeface="Times New Roman"/>
                <a:sym typeface="Times New Roman"/>
              </a:rPr>
              <a:t>Karnatak Law Society’s</a:t>
            </a:r>
            <a:endParaRPr/>
          </a:p>
          <a:p>
            <a:pPr marL="0" marR="0" lvl="0" indent="0" algn="ctr" rtl="0">
              <a:spcBef>
                <a:spcPts val="0"/>
              </a:spcBef>
              <a:spcAft>
                <a:spcPts val="0"/>
              </a:spcAft>
              <a:buClr>
                <a:srgbClr val="323F4F"/>
              </a:buClr>
              <a:buSzPts val="3600"/>
              <a:buFont typeface="Arial"/>
              <a:buNone/>
            </a:pPr>
            <a:r>
              <a:rPr lang="en-US" sz="3600" b="0" i="0" u="none" strike="noStrike" cap="none">
                <a:latin typeface="Times New Roman"/>
                <a:ea typeface="Times New Roman"/>
                <a:cs typeface="Times New Roman"/>
                <a:sym typeface="Times New Roman"/>
              </a:rPr>
              <a:t>Gogte Institute Of Technology, Belagavi</a:t>
            </a:r>
            <a:endParaRPr/>
          </a:p>
        </p:txBody>
      </p:sp>
      <p:pic>
        <p:nvPicPr>
          <p:cNvPr id="64" name="Google Shape;64;p13"/>
          <p:cNvPicPr preferRelativeResize="0"/>
          <p:nvPr/>
        </p:nvPicPr>
        <p:blipFill rotWithShape="1">
          <a:blip r:embed="rId4">
            <a:alphaModFix/>
          </a:blip>
          <a:srcRect/>
          <a:stretch/>
        </p:blipFill>
        <p:spPr>
          <a:xfrm>
            <a:off x="882444" y="267281"/>
            <a:ext cx="1311068" cy="1343572"/>
          </a:xfrm>
          <a:prstGeom prst="rect">
            <a:avLst/>
          </a:prstGeom>
          <a:noFill/>
          <a:ln>
            <a:noFill/>
          </a:ln>
        </p:spPr>
      </p:pic>
      <p:pic>
        <p:nvPicPr>
          <p:cNvPr id="65" name="Google Shape;65;p13" descr="git logo"/>
          <p:cNvPicPr preferRelativeResize="0"/>
          <p:nvPr/>
        </p:nvPicPr>
        <p:blipFill rotWithShape="1">
          <a:blip r:embed="rId5">
            <a:alphaModFix/>
          </a:blip>
          <a:srcRect/>
          <a:stretch/>
        </p:blipFill>
        <p:spPr>
          <a:xfrm>
            <a:off x="9923413" y="194347"/>
            <a:ext cx="1184374" cy="1236236"/>
          </a:xfrm>
          <a:prstGeom prst="rect">
            <a:avLst/>
          </a:prstGeom>
          <a:noFill/>
          <a:ln>
            <a:noFill/>
          </a:ln>
        </p:spPr>
      </p:pic>
      <p:sp>
        <p:nvSpPr>
          <p:cNvPr id="66" name="Google Shape;66;p13"/>
          <p:cNvSpPr txBox="1"/>
          <p:nvPr/>
        </p:nvSpPr>
        <p:spPr>
          <a:xfrm>
            <a:off x="2341331" y="1229853"/>
            <a:ext cx="7535100" cy="762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323F4F"/>
              </a:buClr>
              <a:buSzPts val="1600"/>
              <a:buFont typeface="Arial"/>
              <a:buNone/>
            </a:pPr>
            <a:r>
              <a:rPr lang="en-US" sz="1600" b="0" i="0" u="none" strike="noStrike" cap="none">
                <a:latin typeface="Times New Roman"/>
                <a:ea typeface="Times New Roman"/>
                <a:cs typeface="Times New Roman"/>
                <a:sym typeface="Times New Roman"/>
              </a:rPr>
              <a:t>(A Permanently Affiliated and Autonomous Institute under Visvesvaraya Technological University, Belagavi | Accredited by NAAC A+ &amp; NBA) </a:t>
            </a:r>
            <a:endParaRPr sz="1800" b="0" i="0" u="none" strike="noStrike" cap="none">
              <a:latin typeface="Times New Roman"/>
              <a:ea typeface="Times New Roman"/>
              <a:cs typeface="Times New Roman"/>
              <a:sym typeface="Times New Roman"/>
            </a:endParaRPr>
          </a:p>
        </p:txBody>
      </p:sp>
      <p:sp>
        <p:nvSpPr>
          <p:cNvPr id="67" name="Google Shape;67;p13"/>
          <p:cNvSpPr txBox="1"/>
          <p:nvPr/>
        </p:nvSpPr>
        <p:spPr>
          <a:xfrm>
            <a:off x="1943011" y="2232203"/>
            <a:ext cx="8561100" cy="762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323F4F"/>
              </a:buClr>
              <a:buSzPts val="2400"/>
              <a:buFont typeface="Arial"/>
              <a:buNone/>
            </a:pPr>
            <a:r>
              <a:rPr lang="en-US" sz="2400" b="0" i="0" u="none" strike="noStrike" cap="none">
                <a:latin typeface="Times New Roman"/>
                <a:ea typeface="Times New Roman"/>
                <a:cs typeface="Times New Roman"/>
                <a:sym typeface="Times New Roman"/>
              </a:rPr>
              <a:t>Department of </a:t>
            </a:r>
            <a:r>
              <a:rPr lang="en-US" sz="2400">
                <a:latin typeface="Times New Roman"/>
                <a:ea typeface="Times New Roman"/>
                <a:cs typeface="Times New Roman"/>
                <a:sym typeface="Times New Roman"/>
              </a:rPr>
              <a:t>Information Science and Engineering</a:t>
            </a:r>
            <a:endParaRPr/>
          </a:p>
        </p:txBody>
      </p:sp>
      <p:sp>
        <p:nvSpPr>
          <p:cNvPr id="68" name="Google Shape;68;p13"/>
          <p:cNvSpPr/>
          <p:nvPr/>
        </p:nvSpPr>
        <p:spPr>
          <a:xfrm>
            <a:off x="4928981" y="2739746"/>
            <a:ext cx="2081100" cy="579900"/>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r>
              <a:rPr lang="en-US" sz="2400" b="0" i="0" u="none" strike="noStrike" cap="none" dirty="0">
                <a:solidFill>
                  <a:srgbClr val="FF0000"/>
                </a:solidFill>
                <a:latin typeface="Times New Roman"/>
                <a:ea typeface="Times New Roman"/>
                <a:cs typeface="Times New Roman"/>
                <a:sym typeface="Times New Roman"/>
              </a:rPr>
              <a:t>Project Phase 1</a:t>
            </a:r>
            <a:endParaRPr sz="2400" b="0" i="0" u="none" strike="noStrike" cap="none" dirty="0">
              <a:solidFill>
                <a:srgbClr val="1F3864"/>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4"/>
          <p:cNvSpPr txBox="1"/>
          <p:nvPr/>
        </p:nvSpPr>
        <p:spPr>
          <a:xfrm>
            <a:off x="0" y="997575"/>
            <a:ext cx="11797500" cy="50250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2400">
                <a:solidFill>
                  <a:srgbClr val="FF0000"/>
                </a:solidFill>
                <a:latin typeface="Times New Roman"/>
                <a:ea typeface="Times New Roman"/>
                <a:cs typeface="Times New Roman"/>
                <a:sym typeface="Times New Roman"/>
              </a:rPr>
              <a:t>Problem Statement:</a:t>
            </a:r>
            <a:endParaRPr sz="1700">
              <a:solidFill>
                <a:srgbClr val="FF0000"/>
              </a:solidFill>
              <a:latin typeface="Times New Roman"/>
              <a:ea typeface="Times New Roman"/>
              <a:cs typeface="Times New Roman"/>
              <a:sym typeface="Times New Roman"/>
            </a:endParaRPr>
          </a:p>
          <a:p>
            <a:pPr marL="0" lvl="0" indent="0" algn="l" rtl="0">
              <a:lnSpc>
                <a:spcPct val="90000"/>
              </a:lnSpc>
              <a:spcBef>
                <a:spcPts val="1000"/>
              </a:spcBef>
              <a:spcAft>
                <a:spcPts val="0"/>
              </a:spcAft>
              <a:buNone/>
            </a:pPr>
            <a:r>
              <a:rPr lang="en-US" sz="2000">
                <a:latin typeface="Times New Roman"/>
                <a:ea typeface="Times New Roman"/>
                <a:cs typeface="Times New Roman"/>
                <a:sym typeface="Times New Roman"/>
              </a:rPr>
              <a:t>With millions of songs online, users often face difficulty in selecting tracks that reflect their current mood. Existing systems emphasize past listening habits, genres, or popularity trends, and fail to consider real-time emotional context, leaving users spending excessive time searching for appropriate music. Additionally, full playback is restricted in many platforms for free users, limiting accessibility.</a:t>
            </a:r>
            <a:endParaRPr sz="2000">
              <a:latin typeface="Times New Roman"/>
              <a:ea typeface="Times New Roman"/>
              <a:cs typeface="Times New Roman"/>
              <a:sym typeface="Times New Roman"/>
            </a:endParaRPr>
          </a:p>
          <a:p>
            <a:pPr marL="0" lvl="0" indent="0" algn="l" rtl="0">
              <a:lnSpc>
                <a:spcPct val="90000"/>
              </a:lnSpc>
              <a:spcBef>
                <a:spcPts val="1000"/>
              </a:spcBef>
              <a:spcAft>
                <a:spcPts val="0"/>
              </a:spcAft>
              <a:buNone/>
            </a:pPr>
            <a:endParaRPr sz="2400">
              <a:latin typeface="Times New Roman"/>
              <a:ea typeface="Times New Roman"/>
              <a:cs typeface="Times New Roman"/>
              <a:sym typeface="Times New Roman"/>
            </a:endParaRPr>
          </a:p>
          <a:p>
            <a:pPr marL="0" lvl="0" indent="0" algn="l" rtl="0">
              <a:lnSpc>
                <a:spcPct val="90000"/>
              </a:lnSpc>
              <a:spcBef>
                <a:spcPts val="1000"/>
              </a:spcBef>
              <a:spcAft>
                <a:spcPts val="0"/>
              </a:spcAft>
              <a:buNone/>
            </a:pPr>
            <a:r>
              <a:rPr lang="en-US" sz="2400">
                <a:solidFill>
                  <a:srgbClr val="FF0000"/>
                </a:solidFill>
                <a:latin typeface="Times New Roman"/>
                <a:ea typeface="Times New Roman"/>
                <a:cs typeface="Times New Roman"/>
                <a:sym typeface="Times New Roman"/>
              </a:rPr>
              <a:t>Objectives :</a:t>
            </a:r>
            <a:endParaRPr sz="2400">
              <a:solidFill>
                <a:srgbClr val="FF0000"/>
              </a:solidFill>
              <a:latin typeface="Times New Roman"/>
              <a:ea typeface="Times New Roman"/>
              <a:cs typeface="Times New Roman"/>
              <a:sym typeface="Times New Roman"/>
            </a:endParaRPr>
          </a:p>
          <a:p>
            <a:pPr marL="457200" lvl="0" indent="-355600" algn="l" rtl="0">
              <a:lnSpc>
                <a:spcPct val="90000"/>
              </a:lnSpc>
              <a:spcBef>
                <a:spcPts val="1600"/>
              </a:spcBef>
              <a:spcAft>
                <a:spcPts val="0"/>
              </a:spcAft>
              <a:buClr>
                <a:srgbClr val="000000"/>
              </a:buClr>
              <a:buSzPts val="2000"/>
              <a:buFont typeface="Times New Roman"/>
              <a:buAutoNum type="arabicPeriod"/>
            </a:pPr>
            <a:r>
              <a:rPr lang="en-US" sz="2000">
                <a:latin typeface="Times New Roman"/>
                <a:ea typeface="Times New Roman"/>
                <a:cs typeface="Times New Roman"/>
                <a:sym typeface="Times New Roman"/>
              </a:rPr>
              <a:t>Design and develop a full-stack web application that recommends music based on user-selected mood or text-based sentiment analysis.</a:t>
            </a:r>
            <a:endParaRPr sz="2000">
              <a:latin typeface="Times New Roman"/>
              <a:ea typeface="Times New Roman"/>
              <a:cs typeface="Times New Roman"/>
              <a:sym typeface="Times New Roman"/>
            </a:endParaRPr>
          </a:p>
          <a:p>
            <a:pPr marL="457200" lvl="0" indent="-355600" algn="l" rtl="0">
              <a:lnSpc>
                <a:spcPct val="90000"/>
              </a:lnSpc>
              <a:spcBef>
                <a:spcPts val="0"/>
              </a:spcBef>
              <a:spcAft>
                <a:spcPts val="0"/>
              </a:spcAft>
              <a:buClr>
                <a:srgbClr val="000000"/>
              </a:buClr>
              <a:buSzPts val="2000"/>
              <a:buFont typeface="Times New Roman"/>
              <a:buAutoNum type="arabicPeriod"/>
            </a:pPr>
            <a:r>
              <a:rPr lang="en-US" sz="2000">
                <a:latin typeface="Times New Roman"/>
                <a:ea typeface="Times New Roman"/>
                <a:cs typeface="Times New Roman"/>
                <a:sym typeface="Times New Roman"/>
              </a:rPr>
              <a:t>Integrate Audio  and YouTube APIs to retrieve song data and provide full-song playback through embedded players.</a:t>
            </a:r>
            <a:endParaRPr sz="2000">
              <a:latin typeface="Times New Roman"/>
              <a:ea typeface="Times New Roman"/>
              <a:cs typeface="Times New Roman"/>
              <a:sym typeface="Times New Roman"/>
            </a:endParaRPr>
          </a:p>
          <a:p>
            <a:pPr marL="457200" lvl="0" indent="-355600" algn="l" rtl="0">
              <a:lnSpc>
                <a:spcPct val="90000"/>
              </a:lnSpc>
              <a:spcBef>
                <a:spcPts val="0"/>
              </a:spcBef>
              <a:spcAft>
                <a:spcPts val="0"/>
              </a:spcAft>
              <a:buClr>
                <a:srgbClr val="000000"/>
              </a:buClr>
              <a:buSzPts val="2000"/>
              <a:buFont typeface="Times New Roman"/>
              <a:buAutoNum type="arabicPeriod"/>
            </a:pPr>
            <a:r>
              <a:rPr lang="en-US" sz="2000">
                <a:latin typeface="Times New Roman"/>
                <a:ea typeface="Times New Roman"/>
                <a:cs typeface="Times New Roman"/>
                <a:sym typeface="Times New Roman"/>
              </a:rPr>
              <a:t>Check if the Machine Learning model is working correctly by verifying that facial expressions are accurately detected and the corresponding mood is generated as output.</a:t>
            </a:r>
            <a:endParaRPr sz="2000">
              <a:latin typeface="Times New Roman"/>
              <a:ea typeface="Times New Roman"/>
              <a:cs typeface="Times New Roman"/>
              <a:sym typeface="Times New Roman"/>
            </a:endParaRPr>
          </a:p>
          <a:p>
            <a:pPr marL="0" lvl="0" indent="0" algn="l" rtl="0">
              <a:lnSpc>
                <a:spcPct val="90000"/>
              </a:lnSpc>
              <a:spcBef>
                <a:spcPts val="1600"/>
              </a:spcBef>
              <a:spcAft>
                <a:spcPts val="1600"/>
              </a:spcAft>
              <a:buNone/>
            </a:pPr>
            <a:endParaRPr sz="2000">
              <a:latin typeface="Times New Roman"/>
              <a:ea typeface="Times New Roman"/>
              <a:cs typeface="Times New Roman"/>
              <a:sym typeface="Times New Roman"/>
            </a:endParaRPr>
          </a:p>
        </p:txBody>
      </p:sp>
      <p:sp>
        <p:nvSpPr>
          <p:cNvPr id="74" name="Google Shape;74;p14"/>
          <p:cNvSpPr txBox="1"/>
          <p:nvPr/>
        </p:nvSpPr>
        <p:spPr>
          <a:xfrm>
            <a:off x="2014050" y="0"/>
            <a:ext cx="7048200" cy="5727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n-US" sz="2800" b="1">
                <a:solidFill>
                  <a:srgbClr val="FF0000"/>
                </a:solidFill>
                <a:latin typeface="Cambria"/>
                <a:ea typeface="Cambria"/>
                <a:cs typeface="Cambria"/>
                <a:sym typeface="Cambria"/>
              </a:rPr>
              <a:t>Problem Statement and Objectives</a:t>
            </a:r>
            <a:endParaRPr sz="3700" b="1">
              <a:solidFill>
                <a:srgbClr val="FF0000"/>
              </a:solidFill>
              <a:latin typeface="Maven Pro"/>
              <a:ea typeface="Maven Pro"/>
              <a:cs typeface="Maven Pro"/>
              <a:sym typeface="Maven Pro"/>
            </a:endParaRPr>
          </a:p>
        </p:txBody>
      </p:sp>
      <p:sp>
        <p:nvSpPr>
          <p:cNvPr id="75" name="Google Shape;75;p14"/>
          <p:cNvSpPr txBox="1"/>
          <p:nvPr/>
        </p:nvSpPr>
        <p:spPr>
          <a:xfrm>
            <a:off x="3862875" y="6170550"/>
            <a:ext cx="4948200" cy="831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a:latin typeface="Bell MT"/>
                <a:ea typeface="Bell MT"/>
                <a:cs typeface="Bell MT"/>
                <a:sym typeface="Bell MT"/>
              </a:rPr>
              <a:t>Department of Information Science and Engineering, </a:t>
            </a:r>
            <a:endParaRPr/>
          </a:p>
          <a:p>
            <a:pPr marL="0" lvl="0" indent="0" algn="ctr" rtl="0">
              <a:spcBef>
                <a:spcPts val="0"/>
              </a:spcBef>
              <a:spcAft>
                <a:spcPts val="0"/>
              </a:spcAft>
              <a:buNone/>
            </a:pPr>
            <a:r>
              <a:rPr lang="en-US">
                <a:latin typeface="Bell MT"/>
                <a:ea typeface="Bell MT"/>
                <a:cs typeface="Bell MT"/>
                <a:sym typeface="Bell MT"/>
              </a:rPr>
              <a:t>KLS GIT, Belagavi</a:t>
            </a:r>
            <a:endParaRPr>
              <a:latin typeface="Bell MT"/>
              <a:ea typeface="Bell MT"/>
              <a:cs typeface="Bell MT"/>
              <a:sym typeface="Bell MT"/>
            </a:endParaRPr>
          </a:p>
          <a:p>
            <a:pPr marL="0" lvl="0" indent="0" algn="ctr" rtl="0">
              <a:spcBef>
                <a:spcPts val="0"/>
              </a:spcBef>
              <a:spcAft>
                <a:spcPts val="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5"/>
          <p:cNvSpPr txBox="1">
            <a:spLocks noGrp="1"/>
          </p:cNvSpPr>
          <p:nvPr>
            <p:ph type="ctrTitle"/>
          </p:nvPr>
        </p:nvSpPr>
        <p:spPr>
          <a:xfrm>
            <a:off x="838200" y="82436"/>
            <a:ext cx="10515600" cy="8493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2800"/>
              <a:buFont typeface="Cambria"/>
              <a:buNone/>
            </a:pPr>
            <a:r>
              <a:rPr lang="en-US" sz="2800">
                <a:solidFill>
                  <a:srgbClr val="FF0000"/>
                </a:solidFill>
                <a:latin typeface="Cambria"/>
                <a:ea typeface="Cambria"/>
                <a:cs typeface="Cambria"/>
                <a:sym typeface="Cambria"/>
              </a:rPr>
              <a:t>Literature Survey </a:t>
            </a:r>
            <a:br>
              <a:rPr lang="en-US" sz="2800">
                <a:solidFill>
                  <a:srgbClr val="FF0000"/>
                </a:solidFill>
                <a:latin typeface="Cambria"/>
                <a:ea typeface="Cambria"/>
                <a:cs typeface="Cambria"/>
                <a:sym typeface="Cambria"/>
              </a:rPr>
            </a:br>
            <a:endParaRPr sz="2800">
              <a:solidFill>
                <a:srgbClr val="FF0000"/>
              </a:solidFill>
              <a:latin typeface="Cambria"/>
              <a:ea typeface="Cambria"/>
              <a:cs typeface="Cambria"/>
              <a:sym typeface="Cambria"/>
            </a:endParaRPr>
          </a:p>
        </p:txBody>
      </p:sp>
      <p:sp>
        <p:nvSpPr>
          <p:cNvPr id="81" name="Google Shape;81;p1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US"/>
              <a:t>3</a:t>
            </a:fld>
            <a:endParaRPr/>
          </a:p>
        </p:txBody>
      </p:sp>
      <p:sp>
        <p:nvSpPr>
          <p:cNvPr id="82" name="Google Shape;82;p15"/>
          <p:cNvSpPr txBox="1"/>
          <p:nvPr/>
        </p:nvSpPr>
        <p:spPr>
          <a:xfrm>
            <a:off x="427675" y="610450"/>
            <a:ext cx="11228100" cy="5367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2000">
                <a:solidFill>
                  <a:srgbClr val="FF0000"/>
                </a:solidFill>
                <a:latin typeface="Geist"/>
                <a:ea typeface="Geist"/>
                <a:cs typeface="Geist"/>
                <a:sym typeface="Geist"/>
              </a:rPr>
              <a:t>Existing Systems (Spotify, YouTube Music, etc.): </a:t>
            </a:r>
            <a:endParaRPr sz="2000">
              <a:solidFill>
                <a:srgbClr val="FF0000"/>
              </a:solidFill>
              <a:latin typeface="Geist"/>
              <a:ea typeface="Geist"/>
              <a:cs typeface="Geist"/>
              <a:sym typeface="Geist"/>
            </a:endParaRPr>
          </a:p>
          <a:p>
            <a:pPr marL="0" lvl="0" indent="0" algn="l" rtl="0">
              <a:lnSpc>
                <a:spcPct val="115000"/>
              </a:lnSpc>
              <a:spcBef>
                <a:spcPts val="1800"/>
              </a:spcBef>
              <a:spcAft>
                <a:spcPts val="0"/>
              </a:spcAft>
              <a:buNone/>
            </a:pPr>
            <a:r>
              <a:rPr lang="en-US" sz="1800">
                <a:latin typeface="Geist"/>
                <a:ea typeface="Geist"/>
                <a:cs typeface="Geist"/>
                <a:sym typeface="Geist"/>
              </a:rPr>
              <a:t>Primarily rely on historical user behavior, collaborative/content-based filtering, and popularity trends.</a:t>
            </a:r>
            <a:r>
              <a:rPr lang="en-US" sz="1800" baseline="30000">
                <a:highlight>
                  <a:srgbClr val="FFFFFF"/>
                </a:highlight>
                <a:latin typeface="Geist"/>
                <a:ea typeface="Geist"/>
                <a:cs typeface="Geist"/>
                <a:sym typeface="Geist"/>
              </a:rPr>
              <a:t>   </a:t>
            </a:r>
            <a:r>
              <a:rPr lang="en-US" sz="1800">
                <a:latin typeface="Geist"/>
                <a:ea typeface="Geist"/>
                <a:cs typeface="Geist"/>
                <a:sym typeface="Geist"/>
              </a:rPr>
              <a:t>They are effective for generic personalization but lack real-time emotion-based recommendations.</a:t>
            </a:r>
            <a:endParaRPr sz="1800">
              <a:latin typeface="Geist"/>
              <a:ea typeface="Geist"/>
              <a:cs typeface="Geist"/>
              <a:sym typeface="Geist"/>
            </a:endParaRPr>
          </a:p>
          <a:p>
            <a:pPr marL="0" lvl="0" indent="0" algn="l" rtl="0">
              <a:lnSpc>
                <a:spcPct val="115000"/>
              </a:lnSpc>
              <a:spcBef>
                <a:spcPts val="1800"/>
              </a:spcBef>
              <a:spcAft>
                <a:spcPts val="0"/>
              </a:spcAft>
              <a:buNone/>
            </a:pPr>
            <a:r>
              <a:rPr lang="en-US" sz="2000">
                <a:solidFill>
                  <a:srgbClr val="FF0000"/>
                </a:solidFill>
                <a:latin typeface="Geist"/>
                <a:ea typeface="Geist"/>
                <a:cs typeface="Geist"/>
                <a:sym typeface="Geist"/>
              </a:rPr>
              <a:t>Recent Research &amp; Studies:</a:t>
            </a:r>
            <a:endParaRPr sz="2000">
              <a:solidFill>
                <a:srgbClr val="FF0000"/>
              </a:solidFill>
              <a:latin typeface="Geist"/>
              <a:ea typeface="Geist"/>
              <a:cs typeface="Geist"/>
              <a:sym typeface="Geist"/>
            </a:endParaRPr>
          </a:p>
          <a:p>
            <a:pPr marL="914400" lvl="1" indent="-342900" algn="l" rtl="0">
              <a:lnSpc>
                <a:spcPct val="115000"/>
              </a:lnSpc>
              <a:spcBef>
                <a:spcPts val="1800"/>
              </a:spcBef>
              <a:spcAft>
                <a:spcPts val="0"/>
              </a:spcAft>
              <a:buSzPts val="1800"/>
              <a:buChar char="○"/>
            </a:pPr>
            <a:r>
              <a:rPr lang="en-US" sz="1800"/>
              <a:t>Sentiment Analysis (IEEE, 2020): Used NLP to classify text input and map it to music recommendations based on emotional categories.   </a:t>
            </a:r>
            <a:endParaRPr sz="1800"/>
          </a:p>
          <a:p>
            <a:pPr marL="914400" lvl="1" indent="-342900" algn="l" rtl="0">
              <a:lnSpc>
                <a:spcPct val="115000"/>
              </a:lnSpc>
              <a:spcBef>
                <a:spcPts val="0"/>
              </a:spcBef>
              <a:spcAft>
                <a:spcPts val="0"/>
              </a:spcAft>
              <a:buSzPts val="1800"/>
              <a:buChar char="○"/>
            </a:pPr>
            <a:r>
              <a:rPr lang="en-US" sz="1800"/>
              <a:t>Deep Learning Models (Elsevier, 2021): Applied deep neural networks to map mood embeddings with song metadata for high-accuracy emotion-based recommendations.</a:t>
            </a:r>
            <a:endParaRPr sz="1800"/>
          </a:p>
          <a:p>
            <a:pPr marL="914400" lvl="1" indent="-342900" algn="l" rtl="0">
              <a:lnSpc>
                <a:spcPct val="115000"/>
              </a:lnSpc>
              <a:spcBef>
                <a:spcPts val="0"/>
              </a:spcBef>
              <a:spcAft>
                <a:spcPts val="0"/>
              </a:spcAft>
              <a:buSzPts val="1800"/>
              <a:buChar char="○"/>
            </a:pPr>
            <a:r>
              <a:rPr lang="en-US" sz="1800"/>
              <a:t>Context-Aware Systems (ACM, 2022): Highlighted the need for integrating environmental and temporal factors (like time, location) alongside mood for better accuracy.  </a:t>
            </a:r>
            <a:endParaRPr sz="1800"/>
          </a:p>
          <a:p>
            <a:pPr marL="914400" lvl="1" indent="-342900" algn="l" rtl="0">
              <a:lnSpc>
                <a:spcPct val="115000"/>
              </a:lnSpc>
              <a:spcBef>
                <a:spcPts val="0"/>
              </a:spcBef>
              <a:spcAft>
                <a:spcPts val="0"/>
              </a:spcAft>
              <a:buSzPts val="1800"/>
              <a:buChar char="○"/>
            </a:pPr>
            <a:r>
              <a:rPr lang="en-US" sz="1800"/>
              <a:t>Audio Features (Springer, 2020): Focused on extracting musical features (e.g., tempo, pitch, rhythm) to directly predict song emotion tags.           </a:t>
            </a:r>
            <a:endParaRPr sz="1800"/>
          </a:p>
          <a:p>
            <a:pPr marL="914400" lvl="1" indent="-342900" algn="l" rtl="0">
              <a:lnSpc>
                <a:spcPct val="115000"/>
              </a:lnSpc>
              <a:spcBef>
                <a:spcPts val="0"/>
              </a:spcBef>
              <a:spcAft>
                <a:spcPts val="0"/>
              </a:spcAft>
              <a:buSzPts val="1800"/>
              <a:buChar char="○"/>
            </a:pPr>
            <a:r>
              <a:rPr lang="en-US" sz="1800"/>
              <a:t>Hybrid Systems (ResearchGate, 2021): Combined collaborative filtering with mood recognition to create more personalized and effective hybrid systems</a:t>
            </a:r>
            <a:r>
              <a:rPr lang="en-US" sz="1800">
                <a:solidFill>
                  <a:schemeClr val="lt1"/>
                </a:solidFill>
              </a:rPr>
              <a:t>.</a:t>
            </a:r>
            <a:endParaRPr sz="1800">
              <a:solidFill>
                <a:schemeClr val="lt1"/>
              </a:solidFill>
            </a:endParaRPr>
          </a:p>
        </p:txBody>
      </p:sp>
      <p:sp>
        <p:nvSpPr>
          <p:cNvPr id="83" name="Google Shape;83;p15"/>
          <p:cNvSpPr txBox="1"/>
          <p:nvPr/>
        </p:nvSpPr>
        <p:spPr>
          <a:xfrm>
            <a:off x="4246075" y="6277325"/>
            <a:ext cx="4684200" cy="831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a:latin typeface="Bell MT"/>
                <a:ea typeface="Bell MT"/>
                <a:cs typeface="Bell MT"/>
                <a:sym typeface="Bell MT"/>
              </a:rPr>
              <a:t>Department of Information Science and Engineering, </a:t>
            </a:r>
            <a:endParaRPr/>
          </a:p>
          <a:p>
            <a:pPr marL="0" lvl="0" indent="0" algn="ctr" rtl="0">
              <a:spcBef>
                <a:spcPts val="0"/>
              </a:spcBef>
              <a:spcAft>
                <a:spcPts val="0"/>
              </a:spcAft>
              <a:buNone/>
            </a:pPr>
            <a:r>
              <a:rPr lang="en-US">
                <a:latin typeface="Bell MT"/>
                <a:ea typeface="Bell MT"/>
                <a:cs typeface="Bell MT"/>
                <a:sym typeface="Bell MT"/>
              </a:rPr>
              <a:t>KLS GIT, Belagavi</a:t>
            </a:r>
            <a:endParaRPr>
              <a:latin typeface="Bell MT"/>
              <a:ea typeface="Bell MT"/>
              <a:cs typeface="Bell MT"/>
              <a:sym typeface="Bell MT"/>
            </a:endParaRPr>
          </a:p>
          <a:p>
            <a:pPr marL="0" lvl="0" indent="0" algn="ctr" rtl="0">
              <a:spcBef>
                <a:spcPts val="0"/>
              </a:spcBef>
              <a:spcAft>
                <a:spcPts val="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6"/>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US"/>
              <a:t>4</a:t>
            </a:fld>
            <a:endParaRPr/>
          </a:p>
        </p:txBody>
      </p:sp>
      <p:sp>
        <p:nvSpPr>
          <p:cNvPr id="89" name="Google Shape;89;p16"/>
          <p:cNvSpPr txBox="1"/>
          <p:nvPr/>
        </p:nvSpPr>
        <p:spPr>
          <a:xfrm>
            <a:off x="4246075" y="6277325"/>
            <a:ext cx="4684200" cy="831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a:latin typeface="Bell MT"/>
                <a:ea typeface="Bell MT"/>
                <a:cs typeface="Bell MT"/>
                <a:sym typeface="Bell MT"/>
              </a:rPr>
              <a:t>Department of Information Science and Engineering, </a:t>
            </a:r>
            <a:endParaRPr/>
          </a:p>
          <a:p>
            <a:pPr marL="0" lvl="0" indent="0" algn="ctr" rtl="0">
              <a:spcBef>
                <a:spcPts val="0"/>
              </a:spcBef>
              <a:spcAft>
                <a:spcPts val="0"/>
              </a:spcAft>
              <a:buNone/>
            </a:pPr>
            <a:r>
              <a:rPr lang="en-US">
                <a:latin typeface="Bell MT"/>
                <a:ea typeface="Bell MT"/>
                <a:cs typeface="Bell MT"/>
                <a:sym typeface="Bell MT"/>
              </a:rPr>
              <a:t>KLS GIT, Belagavi</a:t>
            </a:r>
            <a:endParaRPr>
              <a:latin typeface="Bell MT"/>
              <a:ea typeface="Bell MT"/>
              <a:cs typeface="Bell MT"/>
              <a:sym typeface="Bell MT"/>
            </a:endParaRPr>
          </a:p>
          <a:p>
            <a:pPr marL="0" lvl="0" indent="0" algn="ctr" rtl="0">
              <a:spcBef>
                <a:spcPts val="0"/>
              </a:spcBef>
              <a:spcAft>
                <a:spcPts val="0"/>
              </a:spcAft>
              <a:buNone/>
            </a:pPr>
            <a:endParaRPr/>
          </a:p>
        </p:txBody>
      </p:sp>
      <p:sp>
        <p:nvSpPr>
          <p:cNvPr id="90" name="Google Shape;90;p16"/>
          <p:cNvSpPr txBox="1"/>
          <p:nvPr/>
        </p:nvSpPr>
        <p:spPr>
          <a:xfrm>
            <a:off x="0" y="0"/>
            <a:ext cx="11088600" cy="5727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n-US" sz="2800">
                <a:solidFill>
                  <a:srgbClr val="FF0000"/>
                </a:solidFill>
                <a:latin typeface="Cambria"/>
                <a:ea typeface="Cambria"/>
                <a:cs typeface="Cambria"/>
                <a:sym typeface="Cambria"/>
              </a:rPr>
              <a:t>            Design Details</a:t>
            </a:r>
            <a:endParaRPr sz="4400">
              <a:solidFill>
                <a:srgbClr val="FF0000"/>
              </a:solidFill>
              <a:latin typeface="Calibri"/>
              <a:ea typeface="Calibri"/>
              <a:cs typeface="Calibri"/>
              <a:sym typeface="Calibri"/>
            </a:endParaRPr>
          </a:p>
        </p:txBody>
      </p:sp>
      <p:sp>
        <p:nvSpPr>
          <p:cNvPr id="91" name="Google Shape;91;p16"/>
          <p:cNvSpPr txBox="1"/>
          <p:nvPr/>
        </p:nvSpPr>
        <p:spPr>
          <a:xfrm>
            <a:off x="788625" y="726457"/>
            <a:ext cx="3249900" cy="451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a:solidFill>
                  <a:srgbClr val="FF0000"/>
                </a:solidFill>
                <a:latin typeface="Calibri"/>
                <a:ea typeface="Calibri"/>
                <a:cs typeface="Calibri"/>
                <a:sym typeface="Calibri"/>
              </a:rPr>
              <a:t>ER Diagram :</a:t>
            </a:r>
            <a:endParaRPr sz="2400">
              <a:solidFill>
                <a:srgbClr val="FF0000"/>
              </a:solidFill>
              <a:latin typeface="Calibri"/>
              <a:ea typeface="Calibri"/>
              <a:cs typeface="Calibri"/>
              <a:sym typeface="Calibri"/>
            </a:endParaRPr>
          </a:p>
        </p:txBody>
      </p:sp>
      <p:pic>
        <p:nvPicPr>
          <p:cNvPr id="92" name="Google Shape;92;p16"/>
          <p:cNvPicPr preferRelativeResize="0"/>
          <p:nvPr/>
        </p:nvPicPr>
        <p:blipFill>
          <a:blip r:embed="rId3">
            <a:alphaModFix/>
          </a:blip>
          <a:stretch>
            <a:fillRect/>
          </a:stretch>
        </p:blipFill>
        <p:spPr>
          <a:xfrm>
            <a:off x="858332" y="1401500"/>
            <a:ext cx="10343124" cy="47134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US"/>
              <a:t>5</a:t>
            </a:fld>
            <a:endParaRPr/>
          </a:p>
        </p:txBody>
      </p:sp>
      <p:pic>
        <p:nvPicPr>
          <p:cNvPr id="98" name="Google Shape;98;p17"/>
          <p:cNvPicPr preferRelativeResize="0"/>
          <p:nvPr/>
        </p:nvPicPr>
        <p:blipFill>
          <a:blip r:embed="rId3">
            <a:alphaModFix/>
          </a:blip>
          <a:stretch>
            <a:fillRect/>
          </a:stretch>
        </p:blipFill>
        <p:spPr>
          <a:xfrm>
            <a:off x="2853425" y="554100"/>
            <a:ext cx="6666226" cy="6167350"/>
          </a:xfrm>
          <a:prstGeom prst="rect">
            <a:avLst/>
          </a:prstGeom>
          <a:noFill/>
          <a:ln>
            <a:noFill/>
          </a:ln>
        </p:spPr>
      </p:pic>
      <p:sp>
        <p:nvSpPr>
          <p:cNvPr id="99" name="Google Shape;99;p17"/>
          <p:cNvSpPr txBox="1"/>
          <p:nvPr/>
        </p:nvSpPr>
        <p:spPr>
          <a:xfrm>
            <a:off x="4987838" y="0"/>
            <a:ext cx="30000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a:solidFill>
                  <a:srgbClr val="FF0000"/>
                </a:solidFill>
                <a:latin typeface="Calibri"/>
                <a:ea typeface="Calibri"/>
                <a:cs typeface="Calibri"/>
                <a:sym typeface="Calibri"/>
              </a:rPr>
              <a:t>Class Diagram  </a:t>
            </a:r>
            <a:endParaRPr sz="2400">
              <a:solidFill>
                <a:srgbClr val="FF000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8"/>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US"/>
              <a:t>6</a:t>
            </a:fld>
            <a:endParaRPr/>
          </a:p>
        </p:txBody>
      </p:sp>
      <p:sp>
        <p:nvSpPr>
          <p:cNvPr id="105" name="Google Shape;105;p18"/>
          <p:cNvSpPr txBox="1"/>
          <p:nvPr/>
        </p:nvSpPr>
        <p:spPr>
          <a:xfrm>
            <a:off x="4987850" y="0"/>
            <a:ext cx="3000000" cy="92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a:solidFill>
                  <a:srgbClr val="FF0000"/>
                </a:solidFill>
                <a:latin typeface="Calibri"/>
                <a:ea typeface="Calibri"/>
                <a:cs typeface="Calibri"/>
                <a:sym typeface="Calibri"/>
              </a:rPr>
              <a:t>Use Case Diagram  :</a:t>
            </a:r>
            <a:endParaRPr sz="2400">
              <a:solidFill>
                <a:srgbClr val="FF0000"/>
              </a:solidFill>
              <a:latin typeface="Calibri"/>
              <a:ea typeface="Calibri"/>
              <a:cs typeface="Calibri"/>
              <a:sym typeface="Calibri"/>
            </a:endParaRPr>
          </a:p>
          <a:p>
            <a:pPr marL="0" lvl="0" indent="0" algn="l" rtl="0">
              <a:spcBef>
                <a:spcPts val="0"/>
              </a:spcBef>
              <a:spcAft>
                <a:spcPts val="0"/>
              </a:spcAft>
              <a:buNone/>
            </a:pPr>
            <a:endParaRPr sz="2400">
              <a:solidFill>
                <a:srgbClr val="FF0000"/>
              </a:solidFill>
              <a:latin typeface="Calibri"/>
              <a:ea typeface="Calibri"/>
              <a:cs typeface="Calibri"/>
              <a:sym typeface="Calibri"/>
            </a:endParaRPr>
          </a:p>
        </p:txBody>
      </p:sp>
      <p:pic>
        <p:nvPicPr>
          <p:cNvPr id="106" name="Google Shape;106;p18"/>
          <p:cNvPicPr preferRelativeResize="0"/>
          <p:nvPr/>
        </p:nvPicPr>
        <p:blipFill>
          <a:blip r:embed="rId3">
            <a:alphaModFix/>
          </a:blip>
          <a:stretch>
            <a:fillRect/>
          </a:stretch>
        </p:blipFill>
        <p:spPr>
          <a:xfrm>
            <a:off x="1008650" y="750000"/>
            <a:ext cx="9940875" cy="5318350"/>
          </a:xfrm>
          <a:prstGeom prst="rect">
            <a:avLst/>
          </a:prstGeom>
          <a:noFill/>
          <a:ln>
            <a:noFill/>
          </a:ln>
        </p:spPr>
      </p:pic>
      <p:sp>
        <p:nvSpPr>
          <p:cNvPr id="107" name="Google Shape;107;p18"/>
          <p:cNvSpPr txBox="1"/>
          <p:nvPr/>
        </p:nvSpPr>
        <p:spPr>
          <a:xfrm>
            <a:off x="3862950" y="6151075"/>
            <a:ext cx="4466100" cy="1046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a:latin typeface="Bell MT"/>
                <a:ea typeface="Bell MT"/>
                <a:cs typeface="Bell MT"/>
                <a:sym typeface="Bell MT"/>
              </a:rPr>
              <a:t>Department of Information Science and Engineering, </a:t>
            </a:r>
            <a:endParaRPr/>
          </a:p>
          <a:p>
            <a:pPr marL="0" lvl="0" indent="0" algn="ctr" rtl="0">
              <a:spcBef>
                <a:spcPts val="0"/>
              </a:spcBef>
              <a:spcAft>
                <a:spcPts val="0"/>
              </a:spcAft>
              <a:buNone/>
            </a:pPr>
            <a:r>
              <a:rPr lang="en-US">
                <a:latin typeface="Bell MT"/>
                <a:ea typeface="Bell MT"/>
                <a:cs typeface="Bell MT"/>
                <a:sym typeface="Bell MT"/>
              </a:rPr>
              <a:t>KLS GIT, Belagavi</a:t>
            </a:r>
            <a:endParaRPr>
              <a:latin typeface="Bell MT"/>
              <a:ea typeface="Bell MT"/>
              <a:cs typeface="Bell MT"/>
              <a:sym typeface="Bell MT"/>
            </a:endParaRPr>
          </a:p>
          <a:p>
            <a:pPr marL="0" lvl="0" indent="0" algn="ctr" rtl="0">
              <a:spcBef>
                <a:spcPts val="0"/>
              </a:spcBef>
              <a:spcAft>
                <a:spcPts val="0"/>
              </a:spcAft>
              <a:buNone/>
            </a:pPr>
            <a:endParaRPr/>
          </a:p>
          <a:p>
            <a:pPr marL="0" lvl="0" indent="0" algn="ctr" rtl="0">
              <a:spcBef>
                <a:spcPts val="0"/>
              </a:spcBef>
              <a:spcAft>
                <a:spcPts val="0"/>
              </a:spcAft>
              <a:buNone/>
            </a:pPr>
            <a:endParaRPr>
              <a:solidFill>
                <a:srgbClr val="E8EBF5"/>
              </a:solidFill>
              <a:latin typeface="Bell MT"/>
              <a:ea typeface="Bell MT"/>
              <a:cs typeface="Bell MT"/>
              <a:sym typeface="Bell M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9"/>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US"/>
              <a:t>7</a:t>
            </a:fld>
            <a:endParaRPr/>
          </a:p>
        </p:txBody>
      </p:sp>
      <p:sp>
        <p:nvSpPr>
          <p:cNvPr id="113" name="Google Shape;113;p19"/>
          <p:cNvSpPr txBox="1"/>
          <p:nvPr/>
        </p:nvSpPr>
        <p:spPr>
          <a:xfrm>
            <a:off x="4987850" y="0"/>
            <a:ext cx="30000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a:solidFill>
                  <a:srgbClr val="FF0000"/>
                </a:solidFill>
                <a:latin typeface="Calibri"/>
                <a:ea typeface="Calibri"/>
                <a:cs typeface="Calibri"/>
                <a:sym typeface="Calibri"/>
              </a:rPr>
              <a:t>Sequence Diagram  :</a:t>
            </a:r>
            <a:endParaRPr sz="2400">
              <a:solidFill>
                <a:srgbClr val="FF0000"/>
              </a:solidFill>
              <a:latin typeface="Calibri"/>
              <a:ea typeface="Calibri"/>
              <a:cs typeface="Calibri"/>
              <a:sym typeface="Calibri"/>
            </a:endParaRPr>
          </a:p>
        </p:txBody>
      </p:sp>
      <p:sp>
        <p:nvSpPr>
          <p:cNvPr id="114" name="Google Shape;114;p19"/>
          <p:cNvSpPr txBox="1"/>
          <p:nvPr/>
        </p:nvSpPr>
        <p:spPr>
          <a:xfrm>
            <a:off x="3862950" y="6151075"/>
            <a:ext cx="4466100" cy="1046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a:latin typeface="Bell MT"/>
                <a:ea typeface="Bell MT"/>
                <a:cs typeface="Bell MT"/>
                <a:sym typeface="Bell MT"/>
              </a:rPr>
              <a:t>Department of Information Science and Engineering, </a:t>
            </a:r>
            <a:endParaRPr/>
          </a:p>
          <a:p>
            <a:pPr marL="0" lvl="0" indent="0" algn="ctr" rtl="0">
              <a:spcBef>
                <a:spcPts val="0"/>
              </a:spcBef>
              <a:spcAft>
                <a:spcPts val="0"/>
              </a:spcAft>
              <a:buNone/>
            </a:pPr>
            <a:r>
              <a:rPr lang="en-US">
                <a:latin typeface="Bell MT"/>
                <a:ea typeface="Bell MT"/>
                <a:cs typeface="Bell MT"/>
                <a:sym typeface="Bell MT"/>
              </a:rPr>
              <a:t>KLS GIT, Belagavi</a:t>
            </a:r>
            <a:endParaRPr>
              <a:latin typeface="Bell MT"/>
              <a:ea typeface="Bell MT"/>
              <a:cs typeface="Bell MT"/>
              <a:sym typeface="Bell MT"/>
            </a:endParaRPr>
          </a:p>
          <a:p>
            <a:pPr marL="0" lvl="0" indent="0" algn="ctr" rtl="0">
              <a:spcBef>
                <a:spcPts val="0"/>
              </a:spcBef>
              <a:spcAft>
                <a:spcPts val="0"/>
              </a:spcAft>
              <a:buNone/>
            </a:pPr>
            <a:endParaRPr/>
          </a:p>
          <a:p>
            <a:pPr marL="0" lvl="0" indent="0" algn="ctr" rtl="0">
              <a:spcBef>
                <a:spcPts val="0"/>
              </a:spcBef>
              <a:spcAft>
                <a:spcPts val="0"/>
              </a:spcAft>
              <a:buNone/>
            </a:pPr>
            <a:endParaRPr>
              <a:solidFill>
                <a:srgbClr val="E8EBF5"/>
              </a:solidFill>
              <a:latin typeface="Bell MT"/>
              <a:ea typeface="Bell MT"/>
              <a:cs typeface="Bell MT"/>
              <a:sym typeface="Bell MT"/>
            </a:endParaRPr>
          </a:p>
        </p:txBody>
      </p:sp>
      <p:pic>
        <p:nvPicPr>
          <p:cNvPr id="115" name="Google Shape;115;p19"/>
          <p:cNvPicPr preferRelativeResize="0"/>
          <p:nvPr/>
        </p:nvPicPr>
        <p:blipFill>
          <a:blip r:embed="rId3">
            <a:alphaModFix/>
          </a:blip>
          <a:stretch>
            <a:fillRect/>
          </a:stretch>
        </p:blipFill>
        <p:spPr>
          <a:xfrm>
            <a:off x="771000" y="715800"/>
            <a:ext cx="10443075" cy="547884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0"/>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US"/>
              <a:t>8</a:t>
            </a:fld>
            <a:endParaRPr/>
          </a:p>
        </p:txBody>
      </p:sp>
      <p:sp>
        <p:nvSpPr>
          <p:cNvPr id="121" name="Google Shape;121;p20"/>
          <p:cNvSpPr txBox="1"/>
          <p:nvPr/>
        </p:nvSpPr>
        <p:spPr>
          <a:xfrm>
            <a:off x="4987850" y="0"/>
            <a:ext cx="3000000" cy="92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a:solidFill>
                  <a:srgbClr val="FF0000"/>
                </a:solidFill>
                <a:latin typeface="Calibri"/>
                <a:ea typeface="Calibri"/>
                <a:cs typeface="Calibri"/>
                <a:sym typeface="Calibri"/>
              </a:rPr>
              <a:t>Data Flow Diagram  :</a:t>
            </a:r>
            <a:endParaRPr sz="2400">
              <a:solidFill>
                <a:srgbClr val="FF0000"/>
              </a:solidFill>
              <a:latin typeface="Calibri"/>
              <a:ea typeface="Calibri"/>
              <a:cs typeface="Calibri"/>
              <a:sym typeface="Calibri"/>
            </a:endParaRPr>
          </a:p>
          <a:p>
            <a:pPr marL="0" lvl="0" indent="0" algn="l" rtl="0">
              <a:spcBef>
                <a:spcPts val="0"/>
              </a:spcBef>
              <a:spcAft>
                <a:spcPts val="0"/>
              </a:spcAft>
              <a:buNone/>
            </a:pPr>
            <a:endParaRPr sz="2400">
              <a:solidFill>
                <a:srgbClr val="FF0000"/>
              </a:solidFill>
              <a:latin typeface="Calibri"/>
              <a:ea typeface="Calibri"/>
              <a:cs typeface="Calibri"/>
              <a:sym typeface="Calibri"/>
            </a:endParaRPr>
          </a:p>
        </p:txBody>
      </p:sp>
      <p:sp>
        <p:nvSpPr>
          <p:cNvPr id="122" name="Google Shape;122;p20"/>
          <p:cNvSpPr txBox="1"/>
          <p:nvPr/>
        </p:nvSpPr>
        <p:spPr>
          <a:xfrm>
            <a:off x="3862950" y="6151075"/>
            <a:ext cx="4466100" cy="1046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a:latin typeface="Bell MT"/>
                <a:ea typeface="Bell MT"/>
                <a:cs typeface="Bell MT"/>
                <a:sym typeface="Bell MT"/>
              </a:rPr>
              <a:t>Department of Information Science and Engineering, </a:t>
            </a:r>
            <a:endParaRPr/>
          </a:p>
          <a:p>
            <a:pPr marL="0" lvl="0" indent="0" algn="ctr" rtl="0">
              <a:spcBef>
                <a:spcPts val="0"/>
              </a:spcBef>
              <a:spcAft>
                <a:spcPts val="0"/>
              </a:spcAft>
              <a:buNone/>
            </a:pPr>
            <a:r>
              <a:rPr lang="en-US">
                <a:latin typeface="Bell MT"/>
                <a:ea typeface="Bell MT"/>
                <a:cs typeface="Bell MT"/>
                <a:sym typeface="Bell MT"/>
              </a:rPr>
              <a:t>KLS GIT, Belagavi</a:t>
            </a:r>
            <a:endParaRPr>
              <a:latin typeface="Bell MT"/>
              <a:ea typeface="Bell MT"/>
              <a:cs typeface="Bell MT"/>
              <a:sym typeface="Bell MT"/>
            </a:endParaRPr>
          </a:p>
          <a:p>
            <a:pPr marL="0" lvl="0" indent="0" algn="ctr" rtl="0">
              <a:spcBef>
                <a:spcPts val="0"/>
              </a:spcBef>
              <a:spcAft>
                <a:spcPts val="0"/>
              </a:spcAft>
              <a:buNone/>
            </a:pPr>
            <a:endParaRPr/>
          </a:p>
          <a:p>
            <a:pPr marL="0" lvl="0" indent="0" algn="ctr" rtl="0">
              <a:spcBef>
                <a:spcPts val="0"/>
              </a:spcBef>
              <a:spcAft>
                <a:spcPts val="0"/>
              </a:spcAft>
              <a:buNone/>
            </a:pPr>
            <a:endParaRPr>
              <a:solidFill>
                <a:srgbClr val="E8EBF5"/>
              </a:solidFill>
              <a:latin typeface="Bell MT"/>
              <a:ea typeface="Bell MT"/>
              <a:cs typeface="Bell MT"/>
              <a:sym typeface="Bell MT"/>
            </a:endParaRPr>
          </a:p>
        </p:txBody>
      </p:sp>
      <p:pic>
        <p:nvPicPr>
          <p:cNvPr id="123" name="Google Shape;123;p20"/>
          <p:cNvPicPr preferRelativeResize="0"/>
          <p:nvPr/>
        </p:nvPicPr>
        <p:blipFill>
          <a:blip r:embed="rId3">
            <a:alphaModFix/>
          </a:blip>
          <a:stretch>
            <a:fillRect/>
          </a:stretch>
        </p:blipFill>
        <p:spPr>
          <a:xfrm>
            <a:off x="152400" y="923412"/>
            <a:ext cx="11887199" cy="47503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US"/>
              <a:t>9</a:t>
            </a:fld>
            <a:endParaRPr/>
          </a:p>
        </p:txBody>
      </p:sp>
      <p:sp>
        <p:nvSpPr>
          <p:cNvPr id="129" name="Google Shape;129;p21"/>
          <p:cNvSpPr txBox="1"/>
          <p:nvPr/>
        </p:nvSpPr>
        <p:spPr>
          <a:xfrm>
            <a:off x="4643575" y="-80350"/>
            <a:ext cx="3000000" cy="9420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n-US" sz="2800">
                <a:solidFill>
                  <a:srgbClr val="FF0000"/>
                </a:solidFill>
                <a:latin typeface="Cambria"/>
                <a:ea typeface="Cambria"/>
                <a:cs typeface="Cambria"/>
                <a:sym typeface="Cambria"/>
              </a:rPr>
              <a:t>Feasibility Study</a:t>
            </a:r>
            <a:endParaRPr sz="4400">
              <a:solidFill>
                <a:srgbClr val="FF0000"/>
              </a:solidFill>
              <a:latin typeface="Calibri"/>
              <a:ea typeface="Calibri"/>
              <a:cs typeface="Calibri"/>
              <a:sym typeface="Calibri"/>
            </a:endParaRPr>
          </a:p>
          <a:p>
            <a:pPr marL="0" lvl="0" indent="0" algn="l" rtl="0">
              <a:spcBef>
                <a:spcPts val="0"/>
              </a:spcBef>
              <a:spcAft>
                <a:spcPts val="0"/>
              </a:spcAft>
              <a:buNone/>
            </a:pPr>
            <a:endParaRPr sz="2400">
              <a:solidFill>
                <a:srgbClr val="FF0000"/>
              </a:solidFill>
              <a:latin typeface="Calibri"/>
              <a:ea typeface="Calibri"/>
              <a:cs typeface="Calibri"/>
              <a:sym typeface="Calibri"/>
            </a:endParaRPr>
          </a:p>
        </p:txBody>
      </p:sp>
      <p:sp>
        <p:nvSpPr>
          <p:cNvPr id="130" name="Google Shape;130;p21"/>
          <p:cNvSpPr txBox="1"/>
          <p:nvPr/>
        </p:nvSpPr>
        <p:spPr>
          <a:xfrm>
            <a:off x="3862950" y="6151075"/>
            <a:ext cx="4466100" cy="1046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a:latin typeface="Bell MT"/>
                <a:ea typeface="Bell MT"/>
                <a:cs typeface="Bell MT"/>
                <a:sym typeface="Bell MT"/>
              </a:rPr>
              <a:t>Department of Information Science and Engineering, </a:t>
            </a:r>
            <a:endParaRPr/>
          </a:p>
          <a:p>
            <a:pPr marL="0" lvl="0" indent="0" algn="ctr" rtl="0">
              <a:spcBef>
                <a:spcPts val="0"/>
              </a:spcBef>
              <a:spcAft>
                <a:spcPts val="0"/>
              </a:spcAft>
              <a:buNone/>
            </a:pPr>
            <a:r>
              <a:rPr lang="en-US">
                <a:latin typeface="Bell MT"/>
                <a:ea typeface="Bell MT"/>
                <a:cs typeface="Bell MT"/>
                <a:sym typeface="Bell MT"/>
              </a:rPr>
              <a:t>KLS GIT, Belagavi</a:t>
            </a:r>
            <a:endParaRPr>
              <a:latin typeface="Bell MT"/>
              <a:ea typeface="Bell MT"/>
              <a:cs typeface="Bell MT"/>
              <a:sym typeface="Bell MT"/>
            </a:endParaRPr>
          </a:p>
          <a:p>
            <a:pPr marL="0" lvl="0" indent="0" algn="ctr" rtl="0">
              <a:spcBef>
                <a:spcPts val="0"/>
              </a:spcBef>
              <a:spcAft>
                <a:spcPts val="0"/>
              </a:spcAft>
              <a:buNone/>
            </a:pPr>
            <a:endParaRPr/>
          </a:p>
          <a:p>
            <a:pPr marL="0" lvl="0" indent="0" algn="ctr" rtl="0">
              <a:spcBef>
                <a:spcPts val="0"/>
              </a:spcBef>
              <a:spcAft>
                <a:spcPts val="0"/>
              </a:spcAft>
              <a:buNone/>
            </a:pPr>
            <a:endParaRPr>
              <a:solidFill>
                <a:srgbClr val="E8EBF5"/>
              </a:solidFill>
              <a:latin typeface="Bell MT"/>
              <a:ea typeface="Bell MT"/>
              <a:cs typeface="Bell MT"/>
              <a:sym typeface="Bell MT"/>
            </a:endParaRPr>
          </a:p>
        </p:txBody>
      </p:sp>
      <p:sp>
        <p:nvSpPr>
          <p:cNvPr id="131" name="Google Shape;131;p21"/>
          <p:cNvSpPr txBox="1"/>
          <p:nvPr/>
        </p:nvSpPr>
        <p:spPr>
          <a:xfrm>
            <a:off x="298375" y="642650"/>
            <a:ext cx="11397600" cy="5769000"/>
          </a:xfrm>
          <a:prstGeom prst="rect">
            <a:avLst/>
          </a:prstGeom>
          <a:noFill/>
          <a:ln>
            <a:noFill/>
          </a:ln>
        </p:spPr>
        <p:txBody>
          <a:bodyPr spcFirstLastPara="1" wrap="square" lIns="91425" tIns="91425" rIns="91425" bIns="91425" anchor="t" anchorCtr="0">
            <a:spAutoFit/>
          </a:bodyPr>
          <a:lstStyle/>
          <a:p>
            <a:pPr marL="457200" lvl="0" indent="-342900" algn="l" rtl="0">
              <a:spcBef>
                <a:spcPts val="0"/>
              </a:spcBef>
              <a:spcAft>
                <a:spcPts val="0"/>
              </a:spcAft>
              <a:buSzPts val="1800"/>
              <a:buFont typeface="Calibri"/>
              <a:buChar char="❖"/>
            </a:pPr>
            <a:r>
              <a:rPr lang="en-US" sz="1800" dirty="0">
                <a:latin typeface="Calibri"/>
                <a:ea typeface="Calibri"/>
                <a:cs typeface="Calibri"/>
                <a:sym typeface="Calibri"/>
              </a:rPr>
              <a:t>Technical Feasibility :</a:t>
            </a:r>
            <a:endParaRPr sz="1800" dirty="0">
              <a:latin typeface="Calibri"/>
              <a:ea typeface="Calibri"/>
              <a:cs typeface="Calibri"/>
              <a:sym typeface="Calibri"/>
            </a:endParaRPr>
          </a:p>
          <a:p>
            <a:pPr marL="914400" lvl="1" indent="-342900" algn="l" rtl="0">
              <a:spcBef>
                <a:spcPts val="0"/>
              </a:spcBef>
              <a:spcAft>
                <a:spcPts val="0"/>
              </a:spcAft>
              <a:buSzPts val="1800"/>
              <a:buFont typeface="Calibri"/>
              <a:buChar char="➢"/>
            </a:pPr>
            <a:r>
              <a:rPr lang="en-US" sz="1800" dirty="0">
                <a:latin typeface="Calibri"/>
                <a:ea typeface="Calibri"/>
                <a:cs typeface="Calibri"/>
                <a:sym typeface="Calibri"/>
              </a:rPr>
              <a:t>React + Node.js easily supported</a:t>
            </a:r>
            <a:endParaRPr sz="1800" dirty="0">
              <a:latin typeface="Calibri"/>
              <a:ea typeface="Calibri"/>
              <a:cs typeface="Calibri"/>
              <a:sym typeface="Calibri"/>
            </a:endParaRPr>
          </a:p>
          <a:p>
            <a:pPr marL="914400" lvl="1" indent="-342900" algn="l" rtl="0">
              <a:spcBef>
                <a:spcPts val="0"/>
              </a:spcBef>
              <a:spcAft>
                <a:spcPts val="0"/>
              </a:spcAft>
              <a:buSzPts val="1800"/>
              <a:buFont typeface="Calibri"/>
              <a:buChar char="➢"/>
            </a:pPr>
            <a:r>
              <a:rPr lang="en-US" sz="1800" dirty="0">
                <a:latin typeface="Calibri"/>
                <a:ea typeface="Calibri"/>
                <a:cs typeface="Calibri"/>
                <a:sym typeface="Calibri"/>
              </a:rPr>
              <a:t>Firebase authentication &amp; </a:t>
            </a:r>
            <a:r>
              <a:rPr lang="en-US" sz="1800" dirty="0" err="1">
                <a:latin typeface="Calibri"/>
                <a:ea typeface="Calibri"/>
                <a:cs typeface="Calibri"/>
                <a:sym typeface="Calibri"/>
              </a:rPr>
              <a:t>Firestore</a:t>
            </a:r>
            <a:r>
              <a:rPr lang="en-US" sz="1800" dirty="0">
                <a:latin typeface="Calibri"/>
                <a:ea typeface="Calibri"/>
                <a:cs typeface="Calibri"/>
                <a:sym typeface="Calibri"/>
              </a:rPr>
              <a:t> for backend and database</a:t>
            </a:r>
            <a:endParaRPr sz="1800" dirty="0">
              <a:latin typeface="Calibri"/>
              <a:ea typeface="Calibri"/>
              <a:cs typeface="Calibri"/>
              <a:sym typeface="Calibri"/>
            </a:endParaRPr>
          </a:p>
          <a:p>
            <a:pPr marL="914400" lvl="1" indent="-342900" algn="l" rtl="0">
              <a:spcBef>
                <a:spcPts val="0"/>
              </a:spcBef>
              <a:spcAft>
                <a:spcPts val="0"/>
              </a:spcAft>
              <a:buSzPts val="1800"/>
              <a:buFont typeface="Calibri"/>
              <a:buChar char="➢"/>
            </a:pPr>
            <a:r>
              <a:rPr lang="en-US" sz="1800" dirty="0">
                <a:latin typeface="Calibri"/>
                <a:ea typeface="Calibri"/>
                <a:cs typeface="Calibri"/>
                <a:sym typeface="Calibri"/>
              </a:rPr>
              <a:t>Spotify &amp; YouTube APIs free and reliable</a:t>
            </a:r>
            <a:endParaRPr sz="1800" dirty="0">
              <a:latin typeface="Calibri"/>
              <a:ea typeface="Calibri"/>
              <a:cs typeface="Calibri"/>
              <a:sym typeface="Calibri"/>
            </a:endParaRPr>
          </a:p>
          <a:p>
            <a:pPr marL="914400" lvl="1" indent="-342900" algn="l" rtl="0">
              <a:spcBef>
                <a:spcPts val="0"/>
              </a:spcBef>
              <a:spcAft>
                <a:spcPts val="0"/>
              </a:spcAft>
              <a:buSzPts val="1800"/>
              <a:buFont typeface="Calibri"/>
              <a:buChar char="➢"/>
            </a:pPr>
            <a:r>
              <a:rPr lang="en-US" sz="1800" dirty="0">
                <a:latin typeface="Calibri"/>
                <a:ea typeface="Calibri"/>
                <a:cs typeface="Calibri"/>
                <a:sym typeface="Calibri"/>
              </a:rPr>
              <a:t>Hugging Face ML model ready-made</a:t>
            </a:r>
            <a:endParaRPr sz="1800" dirty="0">
              <a:latin typeface="Calibri"/>
              <a:ea typeface="Calibri"/>
              <a:cs typeface="Calibri"/>
              <a:sym typeface="Calibri"/>
            </a:endParaRPr>
          </a:p>
          <a:p>
            <a:pPr marL="914400" lvl="1" indent="-342900" algn="l" rtl="0">
              <a:spcBef>
                <a:spcPts val="0"/>
              </a:spcBef>
              <a:spcAft>
                <a:spcPts val="0"/>
              </a:spcAft>
              <a:buSzPts val="1800"/>
              <a:buFont typeface="Calibri"/>
              <a:buChar char="➢"/>
            </a:pPr>
            <a:r>
              <a:rPr lang="en-US" sz="1800" dirty="0">
                <a:latin typeface="Calibri"/>
                <a:ea typeface="Calibri"/>
                <a:cs typeface="Calibri"/>
                <a:sym typeface="Calibri"/>
              </a:rPr>
              <a:t>Firebase Hosting supports fast global deployment</a:t>
            </a:r>
            <a:endParaRPr sz="1800" dirty="0">
              <a:latin typeface="Calibri"/>
              <a:ea typeface="Calibri"/>
              <a:cs typeface="Calibri"/>
              <a:sym typeface="Calibri"/>
            </a:endParaRPr>
          </a:p>
          <a:p>
            <a:pPr marL="914400" lvl="0" indent="0" algn="l" rtl="0">
              <a:spcBef>
                <a:spcPts val="0"/>
              </a:spcBef>
              <a:spcAft>
                <a:spcPts val="0"/>
              </a:spcAft>
              <a:buNone/>
            </a:pPr>
            <a:endParaRPr sz="1800" dirty="0">
              <a:latin typeface="Calibri"/>
              <a:ea typeface="Calibri"/>
              <a:cs typeface="Calibri"/>
              <a:sym typeface="Calibri"/>
            </a:endParaRPr>
          </a:p>
          <a:p>
            <a:pPr marL="457200" lvl="0" indent="-342900" algn="l" rtl="0">
              <a:spcBef>
                <a:spcPts val="0"/>
              </a:spcBef>
              <a:spcAft>
                <a:spcPts val="0"/>
              </a:spcAft>
              <a:buSzPts val="1800"/>
              <a:buFont typeface="Calibri"/>
              <a:buChar char="❖"/>
            </a:pPr>
            <a:r>
              <a:rPr lang="en-US" sz="1800" dirty="0">
                <a:latin typeface="Calibri"/>
                <a:ea typeface="Calibri"/>
                <a:cs typeface="Calibri"/>
                <a:sym typeface="Calibri"/>
              </a:rPr>
              <a:t>Operational Feasibility :</a:t>
            </a:r>
            <a:endParaRPr sz="1800" dirty="0">
              <a:latin typeface="Calibri"/>
              <a:ea typeface="Calibri"/>
              <a:cs typeface="Calibri"/>
              <a:sym typeface="Calibri"/>
            </a:endParaRPr>
          </a:p>
          <a:p>
            <a:pPr marL="914400" lvl="1" indent="-342900" algn="l" rtl="0">
              <a:spcBef>
                <a:spcPts val="0"/>
              </a:spcBef>
              <a:spcAft>
                <a:spcPts val="0"/>
              </a:spcAft>
              <a:buSzPts val="1800"/>
              <a:buFont typeface="Calibri"/>
              <a:buChar char="➢"/>
            </a:pPr>
            <a:r>
              <a:rPr lang="en-US" sz="1800" dirty="0">
                <a:latin typeface="Calibri"/>
                <a:ea typeface="Calibri"/>
                <a:cs typeface="Calibri"/>
                <a:sym typeface="Calibri"/>
              </a:rPr>
              <a:t>Simple, user-friendly interface</a:t>
            </a:r>
            <a:endParaRPr sz="1800" dirty="0">
              <a:latin typeface="Calibri"/>
              <a:ea typeface="Calibri"/>
              <a:cs typeface="Calibri"/>
              <a:sym typeface="Calibri"/>
            </a:endParaRPr>
          </a:p>
          <a:p>
            <a:pPr marL="914400" lvl="1" indent="-342900" algn="l" rtl="0">
              <a:spcBef>
                <a:spcPts val="0"/>
              </a:spcBef>
              <a:spcAft>
                <a:spcPts val="0"/>
              </a:spcAft>
              <a:buSzPts val="1800"/>
              <a:buFont typeface="Calibri"/>
              <a:buChar char="➢"/>
            </a:pPr>
            <a:r>
              <a:rPr lang="en-US" sz="1800" dirty="0">
                <a:latin typeface="Calibri"/>
                <a:ea typeface="Calibri"/>
                <a:cs typeface="Calibri"/>
                <a:sym typeface="Calibri"/>
              </a:rPr>
              <a:t>Optional camera-based mood detection</a:t>
            </a:r>
            <a:endParaRPr sz="1800" dirty="0">
              <a:latin typeface="Calibri"/>
              <a:ea typeface="Calibri"/>
              <a:cs typeface="Calibri"/>
              <a:sym typeface="Calibri"/>
            </a:endParaRPr>
          </a:p>
          <a:p>
            <a:pPr marL="914400" lvl="1" indent="-342900" algn="l" rtl="0">
              <a:spcBef>
                <a:spcPts val="0"/>
              </a:spcBef>
              <a:spcAft>
                <a:spcPts val="0"/>
              </a:spcAft>
              <a:buSzPts val="1800"/>
              <a:buFont typeface="Calibri"/>
              <a:buChar char="➢"/>
            </a:pPr>
            <a:r>
              <a:rPr lang="en-US" sz="1800" dirty="0">
                <a:latin typeface="Calibri"/>
                <a:ea typeface="Calibri"/>
                <a:cs typeface="Calibri"/>
                <a:sym typeface="Calibri"/>
              </a:rPr>
              <a:t>Smooth playback via YouTube embed</a:t>
            </a:r>
            <a:endParaRPr sz="1800" dirty="0">
              <a:latin typeface="Calibri"/>
              <a:ea typeface="Calibri"/>
              <a:cs typeface="Calibri"/>
              <a:sym typeface="Calibri"/>
            </a:endParaRPr>
          </a:p>
          <a:p>
            <a:pPr marL="914400" lvl="1" indent="-342900" algn="l" rtl="0">
              <a:spcBef>
                <a:spcPts val="0"/>
              </a:spcBef>
              <a:spcAft>
                <a:spcPts val="0"/>
              </a:spcAft>
              <a:buSzPts val="1800"/>
              <a:buFont typeface="Calibri"/>
              <a:buChar char="➢"/>
            </a:pPr>
            <a:r>
              <a:rPr lang="en-US" sz="1800" dirty="0">
                <a:latin typeface="Calibri"/>
                <a:ea typeface="Calibri"/>
                <a:cs typeface="Calibri"/>
                <a:sym typeface="Calibri"/>
              </a:rPr>
              <a:t>Easy login &amp; data sync using Firebase</a:t>
            </a:r>
            <a:endParaRPr sz="1800" dirty="0">
              <a:latin typeface="Calibri"/>
              <a:ea typeface="Calibri"/>
              <a:cs typeface="Calibri"/>
              <a:sym typeface="Calibri"/>
            </a:endParaRPr>
          </a:p>
          <a:p>
            <a:pPr marL="0" lvl="0" indent="0" algn="l" rtl="0">
              <a:spcBef>
                <a:spcPts val="0"/>
              </a:spcBef>
              <a:spcAft>
                <a:spcPts val="0"/>
              </a:spcAft>
              <a:buNone/>
            </a:pPr>
            <a:endParaRPr sz="1800" dirty="0">
              <a:latin typeface="Calibri"/>
              <a:ea typeface="Calibri"/>
              <a:cs typeface="Calibri"/>
              <a:sym typeface="Calibri"/>
            </a:endParaRPr>
          </a:p>
          <a:p>
            <a:pPr marL="457200" lvl="0" indent="-342900" algn="l" rtl="0">
              <a:spcBef>
                <a:spcPts val="0"/>
              </a:spcBef>
              <a:spcAft>
                <a:spcPts val="0"/>
              </a:spcAft>
              <a:buSzPts val="1800"/>
              <a:buFont typeface="Calibri"/>
              <a:buChar char="❖"/>
            </a:pPr>
            <a:r>
              <a:rPr lang="en-US" sz="1800" dirty="0">
                <a:latin typeface="Calibri"/>
                <a:ea typeface="Calibri"/>
                <a:cs typeface="Calibri"/>
                <a:sym typeface="Calibri"/>
              </a:rPr>
              <a:t>Economic Feasibility :</a:t>
            </a:r>
            <a:endParaRPr sz="1800" dirty="0">
              <a:latin typeface="Calibri"/>
              <a:ea typeface="Calibri"/>
              <a:cs typeface="Calibri"/>
              <a:sym typeface="Calibri"/>
            </a:endParaRPr>
          </a:p>
          <a:p>
            <a:pPr marL="914400" lvl="1" indent="-342900" algn="l" rtl="0">
              <a:lnSpc>
                <a:spcPct val="115000"/>
              </a:lnSpc>
              <a:spcBef>
                <a:spcPts val="0"/>
              </a:spcBef>
              <a:spcAft>
                <a:spcPts val="0"/>
              </a:spcAft>
              <a:buSzPts val="1800"/>
              <a:buFont typeface="Calibri"/>
              <a:buChar char="➢"/>
            </a:pPr>
            <a:r>
              <a:rPr lang="en-US" sz="1800" dirty="0">
                <a:latin typeface="Calibri"/>
                <a:ea typeface="Calibri"/>
                <a:cs typeface="Calibri"/>
                <a:sym typeface="Calibri"/>
              </a:rPr>
              <a:t>No paid APIs required</a:t>
            </a:r>
            <a:endParaRPr sz="1800" dirty="0">
              <a:latin typeface="Calibri"/>
              <a:ea typeface="Calibri"/>
              <a:cs typeface="Calibri"/>
              <a:sym typeface="Calibri"/>
            </a:endParaRPr>
          </a:p>
          <a:p>
            <a:pPr marL="914400" lvl="1" indent="-342900" algn="l" rtl="0">
              <a:lnSpc>
                <a:spcPct val="115000"/>
              </a:lnSpc>
              <a:spcBef>
                <a:spcPts val="0"/>
              </a:spcBef>
              <a:spcAft>
                <a:spcPts val="0"/>
              </a:spcAft>
              <a:buSzPts val="1800"/>
              <a:buFont typeface="Calibri"/>
              <a:buChar char="➢"/>
            </a:pPr>
            <a:r>
              <a:rPr lang="en-US" sz="1800" dirty="0">
                <a:latin typeface="Calibri"/>
                <a:ea typeface="Calibri"/>
                <a:cs typeface="Calibri"/>
                <a:sym typeface="Calibri"/>
              </a:rPr>
              <a:t>Firebase Free Tier covers </a:t>
            </a:r>
            <a:r>
              <a:rPr lang="en-US" sz="1800" dirty="0" err="1">
                <a:latin typeface="Calibri"/>
                <a:ea typeface="Calibri"/>
                <a:cs typeface="Calibri"/>
                <a:sym typeface="Calibri"/>
              </a:rPr>
              <a:t>auth,database,hosting</a:t>
            </a:r>
            <a:r>
              <a:rPr lang="en-US" sz="1800" dirty="0">
                <a:latin typeface="Calibri"/>
                <a:ea typeface="Calibri"/>
                <a:cs typeface="Calibri"/>
                <a:sym typeface="Calibri"/>
              </a:rPr>
              <a:t> </a:t>
            </a:r>
            <a:endParaRPr sz="1800" dirty="0">
              <a:latin typeface="Calibri"/>
              <a:ea typeface="Calibri"/>
              <a:cs typeface="Calibri"/>
              <a:sym typeface="Calibri"/>
            </a:endParaRPr>
          </a:p>
          <a:p>
            <a:pPr marL="914400" lvl="1" indent="-342900" algn="l" rtl="0">
              <a:lnSpc>
                <a:spcPct val="115000"/>
              </a:lnSpc>
              <a:spcBef>
                <a:spcPts val="0"/>
              </a:spcBef>
              <a:spcAft>
                <a:spcPts val="0"/>
              </a:spcAft>
              <a:buSzPts val="1800"/>
              <a:buFont typeface="Calibri"/>
              <a:buChar char="➢"/>
            </a:pPr>
            <a:r>
              <a:rPr lang="en-US" sz="1800" dirty="0">
                <a:latin typeface="Calibri"/>
                <a:ea typeface="Calibri"/>
                <a:cs typeface="Calibri"/>
                <a:sym typeface="Calibri"/>
              </a:rPr>
              <a:t>Uses open-source tools &amp; models</a:t>
            </a:r>
            <a:endParaRPr sz="1800" dirty="0">
              <a:latin typeface="Calibri"/>
              <a:ea typeface="Calibri"/>
              <a:cs typeface="Calibri"/>
              <a:sym typeface="Calibri"/>
            </a:endParaRPr>
          </a:p>
          <a:p>
            <a:pPr marL="914400" lvl="1" indent="-342900" algn="l" rtl="0">
              <a:lnSpc>
                <a:spcPct val="115000"/>
              </a:lnSpc>
              <a:spcBef>
                <a:spcPts val="0"/>
              </a:spcBef>
              <a:spcAft>
                <a:spcPts val="0"/>
              </a:spcAft>
              <a:buSzPts val="1800"/>
              <a:buFont typeface="Calibri"/>
              <a:buChar char="➢"/>
            </a:pPr>
            <a:r>
              <a:rPr lang="en-US" sz="1800" dirty="0">
                <a:latin typeface="Calibri"/>
                <a:ea typeface="Calibri"/>
                <a:cs typeface="Calibri"/>
                <a:sym typeface="Calibri"/>
              </a:rPr>
              <a:t>Overall low-cost and student-friendly</a:t>
            </a:r>
            <a:endParaRPr sz="1800" dirty="0">
              <a:latin typeface="Calibri"/>
              <a:ea typeface="Calibri"/>
              <a:cs typeface="Calibri"/>
              <a:sym typeface="Calibri"/>
            </a:endParaRPr>
          </a:p>
          <a:p>
            <a:pPr marL="0" lvl="0" indent="0" algn="l" rtl="0">
              <a:spcBef>
                <a:spcPts val="1200"/>
              </a:spcBef>
              <a:spcAft>
                <a:spcPts val="0"/>
              </a:spcAft>
              <a:buNone/>
            </a:pPr>
            <a:endParaRPr sz="1800" dirty="0">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2"/>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US"/>
              <a:t>10</a:t>
            </a:fld>
            <a:endParaRPr/>
          </a:p>
        </p:txBody>
      </p:sp>
      <p:sp>
        <p:nvSpPr>
          <p:cNvPr id="137" name="Google Shape;137;p22"/>
          <p:cNvSpPr txBox="1"/>
          <p:nvPr/>
        </p:nvSpPr>
        <p:spPr>
          <a:xfrm>
            <a:off x="4987850" y="0"/>
            <a:ext cx="30000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400">
              <a:solidFill>
                <a:srgbClr val="FF0000"/>
              </a:solidFill>
              <a:latin typeface="Calibri"/>
              <a:ea typeface="Calibri"/>
              <a:cs typeface="Calibri"/>
              <a:sym typeface="Calibri"/>
            </a:endParaRPr>
          </a:p>
        </p:txBody>
      </p:sp>
      <p:sp>
        <p:nvSpPr>
          <p:cNvPr id="138" name="Google Shape;138;p22"/>
          <p:cNvSpPr txBox="1"/>
          <p:nvPr/>
        </p:nvSpPr>
        <p:spPr>
          <a:xfrm>
            <a:off x="0" y="0"/>
            <a:ext cx="12192000" cy="5727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n-US" sz="2800">
                <a:solidFill>
                  <a:srgbClr val="FF0000"/>
                </a:solidFill>
                <a:latin typeface="Cambria"/>
                <a:ea typeface="Cambria"/>
                <a:cs typeface="Cambria"/>
                <a:sym typeface="Cambria"/>
              </a:rPr>
              <a:t>Requirement Analysis</a:t>
            </a:r>
            <a:endParaRPr sz="4400">
              <a:solidFill>
                <a:srgbClr val="FF0000"/>
              </a:solidFill>
              <a:latin typeface="Calibri"/>
              <a:ea typeface="Calibri"/>
              <a:cs typeface="Calibri"/>
              <a:sym typeface="Calibri"/>
            </a:endParaRPr>
          </a:p>
        </p:txBody>
      </p:sp>
      <p:sp>
        <p:nvSpPr>
          <p:cNvPr id="139" name="Google Shape;139;p22"/>
          <p:cNvSpPr txBox="1"/>
          <p:nvPr/>
        </p:nvSpPr>
        <p:spPr>
          <a:xfrm>
            <a:off x="266075" y="922150"/>
            <a:ext cx="5829900" cy="4831500"/>
          </a:xfrm>
          <a:prstGeom prst="rect">
            <a:avLst/>
          </a:prstGeom>
          <a:noFill/>
          <a:ln>
            <a:noFill/>
          </a:ln>
        </p:spPr>
        <p:txBody>
          <a:bodyPr spcFirstLastPara="1" wrap="square" lIns="91425" tIns="91425" rIns="91425" bIns="91425" anchor="t" anchorCtr="0">
            <a:noAutofit/>
          </a:bodyPr>
          <a:lstStyle/>
          <a:p>
            <a:pPr marL="457200" lvl="0" indent="-368300" algn="l" rtl="0">
              <a:spcBef>
                <a:spcPts val="0"/>
              </a:spcBef>
              <a:spcAft>
                <a:spcPts val="0"/>
              </a:spcAft>
              <a:buSzPts val="2200"/>
              <a:buFont typeface="Calibri"/>
              <a:buChar char="★"/>
            </a:pPr>
            <a:r>
              <a:rPr lang="en-US" sz="2200">
                <a:latin typeface="Calibri"/>
                <a:ea typeface="Calibri"/>
                <a:cs typeface="Calibri"/>
                <a:sym typeface="Calibri"/>
              </a:rPr>
              <a:t>Functional Requirements :</a:t>
            </a:r>
            <a:endParaRPr sz="2200">
              <a:latin typeface="Calibri"/>
              <a:ea typeface="Calibri"/>
              <a:cs typeface="Calibri"/>
              <a:sym typeface="Calibri"/>
            </a:endParaRPr>
          </a:p>
          <a:p>
            <a:pPr marL="457200" lvl="0" indent="0" algn="l" rtl="0">
              <a:spcBef>
                <a:spcPts val="0"/>
              </a:spcBef>
              <a:spcAft>
                <a:spcPts val="0"/>
              </a:spcAft>
              <a:buNone/>
            </a:pPr>
            <a:endParaRPr sz="2000">
              <a:latin typeface="Calibri"/>
              <a:ea typeface="Calibri"/>
              <a:cs typeface="Calibri"/>
              <a:sym typeface="Calibri"/>
            </a:endParaRPr>
          </a:p>
          <a:p>
            <a:pPr marL="914400" lvl="1" indent="-355600" algn="l" rtl="0">
              <a:spcBef>
                <a:spcPts val="0"/>
              </a:spcBef>
              <a:spcAft>
                <a:spcPts val="0"/>
              </a:spcAft>
              <a:buSzPts val="2000"/>
              <a:buFont typeface="Calibri"/>
              <a:buChar char="○"/>
            </a:pPr>
            <a:r>
              <a:rPr lang="en-US" sz="2000">
                <a:latin typeface="Calibri"/>
                <a:ea typeface="Calibri"/>
                <a:cs typeface="Calibri"/>
                <a:sym typeface="Calibri"/>
              </a:rPr>
              <a:t>Mood selection (Happy, Sad, Energetic, Relaxed)</a:t>
            </a:r>
            <a:endParaRPr sz="2000">
              <a:latin typeface="Calibri"/>
              <a:ea typeface="Calibri"/>
              <a:cs typeface="Calibri"/>
              <a:sym typeface="Calibri"/>
            </a:endParaRPr>
          </a:p>
          <a:p>
            <a:pPr marL="914400" lvl="1" indent="-355600" algn="l" rtl="0">
              <a:spcBef>
                <a:spcPts val="0"/>
              </a:spcBef>
              <a:spcAft>
                <a:spcPts val="0"/>
              </a:spcAft>
              <a:buSzPts val="2000"/>
              <a:buFont typeface="Calibri"/>
              <a:buChar char="○"/>
            </a:pPr>
            <a:r>
              <a:rPr lang="en-US" sz="2000">
                <a:latin typeface="Calibri"/>
                <a:ea typeface="Calibri"/>
                <a:cs typeface="Calibri"/>
                <a:sym typeface="Calibri"/>
              </a:rPr>
              <a:t>Mood detection using facial expressions or text sentiment</a:t>
            </a:r>
            <a:endParaRPr sz="2000">
              <a:latin typeface="Calibri"/>
              <a:ea typeface="Calibri"/>
              <a:cs typeface="Calibri"/>
              <a:sym typeface="Calibri"/>
            </a:endParaRPr>
          </a:p>
          <a:p>
            <a:pPr marL="914400" lvl="1" indent="-355600" algn="l" rtl="0">
              <a:spcBef>
                <a:spcPts val="0"/>
              </a:spcBef>
              <a:spcAft>
                <a:spcPts val="0"/>
              </a:spcAft>
              <a:buSzPts val="2000"/>
              <a:buFont typeface="Calibri"/>
              <a:buChar char="○"/>
            </a:pPr>
            <a:r>
              <a:rPr lang="en-US" sz="2000">
                <a:latin typeface="Calibri"/>
                <a:ea typeface="Calibri"/>
                <a:cs typeface="Calibri"/>
                <a:sym typeface="Calibri"/>
              </a:rPr>
              <a:t>Fetch song metadata using Spotify API</a:t>
            </a:r>
            <a:endParaRPr sz="2000">
              <a:latin typeface="Calibri"/>
              <a:ea typeface="Calibri"/>
              <a:cs typeface="Calibri"/>
              <a:sym typeface="Calibri"/>
            </a:endParaRPr>
          </a:p>
          <a:p>
            <a:pPr marL="914400" lvl="1" indent="-355600" algn="l" rtl="0">
              <a:spcBef>
                <a:spcPts val="0"/>
              </a:spcBef>
              <a:spcAft>
                <a:spcPts val="0"/>
              </a:spcAft>
              <a:buSzPts val="2000"/>
              <a:buFont typeface="Calibri"/>
              <a:buChar char="○"/>
            </a:pPr>
            <a:r>
              <a:rPr lang="en-US" sz="2000">
                <a:latin typeface="Calibri"/>
                <a:ea typeface="Calibri"/>
                <a:cs typeface="Calibri"/>
                <a:sym typeface="Calibri"/>
              </a:rPr>
              <a:t>YouTube embedded player for playback</a:t>
            </a:r>
            <a:endParaRPr sz="2000">
              <a:latin typeface="Calibri"/>
              <a:ea typeface="Calibri"/>
              <a:cs typeface="Calibri"/>
              <a:sym typeface="Calibri"/>
            </a:endParaRPr>
          </a:p>
          <a:p>
            <a:pPr marL="914400" lvl="1" indent="-355600" algn="l" rtl="0">
              <a:spcBef>
                <a:spcPts val="0"/>
              </a:spcBef>
              <a:spcAft>
                <a:spcPts val="0"/>
              </a:spcAft>
              <a:buSzPts val="2000"/>
              <a:buFont typeface="Calibri"/>
              <a:buChar char="○"/>
            </a:pPr>
            <a:r>
              <a:rPr lang="en-US" sz="2000">
                <a:latin typeface="Calibri"/>
                <a:ea typeface="Calibri"/>
                <a:cs typeface="Calibri"/>
                <a:sym typeface="Calibri"/>
              </a:rPr>
              <a:t>Save favorite songs using Firebase Firestore</a:t>
            </a:r>
            <a:endParaRPr sz="2000">
              <a:latin typeface="Calibri"/>
              <a:ea typeface="Calibri"/>
              <a:cs typeface="Calibri"/>
              <a:sym typeface="Calibri"/>
            </a:endParaRPr>
          </a:p>
          <a:p>
            <a:pPr marL="914400" lvl="1" indent="-355600" algn="l" rtl="0">
              <a:spcBef>
                <a:spcPts val="0"/>
              </a:spcBef>
              <a:spcAft>
                <a:spcPts val="0"/>
              </a:spcAft>
              <a:buSzPts val="2000"/>
              <a:buFont typeface="Calibri"/>
              <a:buChar char="○"/>
            </a:pPr>
            <a:r>
              <a:rPr lang="en-US" sz="2000">
                <a:latin typeface="Calibri"/>
                <a:ea typeface="Calibri"/>
                <a:cs typeface="Calibri"/>
                <a:sym typeface="Calibri"/>
              </a:rPr>
              <a:t>Store mood-wise listening history</a:t>
            </a:r>
            <a:endParaRPr sz="2000">
              <a:latin typeface="Calibri"/>
              <a:ea typeface="Calibri"/>
              <a:cs typeface="Calibri"/>
              <a:sym typeface="Calibri"/>
            </a:endParaRPr>
          </a:p>
          <a:p>
            <a:pPr marL="914400" lvl="1" indent="-355600" algn="l" rtl="0">
              <a:spcBef>
                <a:spcPts val="0"/>
              </a:spcBef>
              <a:spcAft>
                <a:spcPts val="0"/>
              </a:spcAft>
              <a:buSzPts val="2000"/>
              <a:buFont typeface="Calibri"/>
              <a:buChar char="○"/>
            </a:pPr>
            <a:r>
              <a:rPr lang="en-US" sz="2000">
                <a:latin typeface="Calibri"/>
                <a:ea typeface="Calibri"/>
                <a:cs typeface="Calibri"/>
                <a:sym typeface="Calibri"/>
              </a:rPr>
              <a:t>User login &amp; authentication via Firebase</a:t>
            </a:r>
            <a:endParaRPr sz="2000">
              <a:latin typeface="Calibri"/>
              <a:ea typeface="Calibri"/>
              <a:cs typeface="Calibri"/>
              <a:sym typeface="Calibri"/>
            </a:endParaRPr>
          </a:p>
          <a:p>
            <a:pPr marL="914400" lvl="1" indent="-355600" algn="l" rtl="0">
              <a:spcBef>
                <a:spcPts val="0"/>
              </a:spcBef>
              <a:spcAft>
                <a:spcPts val="0"/>
              </a:spcAft>
              <a:buSzPts val="2000"/>
              <a:buFont typeface="Calibri"/>
              <a:buChar char="○"/>
            </a:pPr>
            <a:r>
              <a:rPr lang="en-US" sz="2000">
                <a:latin typeface="Calibri"/>
                <a:ea typeface="Calibri"/>
                <a:cs typeface="Calibri"/>
                <a:sym typeface="Calibri"/>
              </a:rPr>
              <a:t>Responsive UI for mobile and desktop</a:t>
            </a:r>
            <a:endParaRPr sz="2000">
              <a:latin typeface="Calibri"/>
              <a:ea typeface="Calibri"/>
              <a:cs typeface="Calibri"/>
              <a:sym typeface="Calibri"/>
            </a:endParaRPr>
          </a:p>
          <a:p>
            <a:pPr marL="914400" lvl="0" indent="0" algn="l" rtl="0">
              <a:spcBef>
                <a:spcPts val="0"/>
              </a:spcBef>
              <a:spcAft>
                <a:spcPts val="0"/>
              </a:spcAft>
              <a:buNone/>
            </a:pPr>
            <a:endParaRPr sz="2000">
              <a:latin typeface="Calibri"/>
              <a:ea typeface="Calibri"/>
              <a:cs typeface="Calibri"/>
              <a:sym typeface="Calibri"/>
            </a:endParaRPr>
          </a:p>
          <a:p>
            <a:pPr marL="0" lvl="0" indent="0" algn="l" rtl="0">
              <a:spcBef>
                <a:spcPts val="0"/>
              </a:spcBef>
              <a:spcAft>
                <a:spcPts val="0"/>
              </a:spcAft>
              <a:buNone/>
            </a:pPr>
            <a:endParaRPr sz="2000">
              <a:latin typeface="Calibri"/>
              <a:ea typeface="Calibri"/>
              <a:cs typeface="Calibri"/>
              <a:sym typeface="Calibri"/>
            </a:endParaRPr>
          </a:p>
        </p:txBody>
      </p:sp>
      <p:sp>
        <p:nvSpPr>
          <p:cNvPr id="140" name="Google Shape;140;p22"/>
          <p:cNvSpPr txBox="1"/>
          <p:nvPr/>
        </p:nvSpPr>
        <p:spPr>
          <a:xfrm>
            <a:off x="6222075" y="945100"/>
            <a:ext cx="5692200" cy="3993600"/>
          </a:xfrm>
          <a:prstGeom prst="rect">
            <a:avLst/>
          </a:prstGeom>
          <a:noFill/>
          <a:ln>
            <a:noFill/>
          </a:ln>
        </p:spPr>
        <p:txBody>
          <a:bodyPr spcFirstLastPara="1" wrap="square" lIns="91425" tIns="91425" rIns="91425" bIns="91425" anchor="t" anchorCtr="0">
            <a:noAutofit/>
          </a:bodyPr>
          <a:lstStyle/>
          <a:p>
            <a:pPr marL="457200" lvl="0" indent="-368300" algn="l" rtl="0">
              <a:spcBef>
                <a:spcPts val="0"/>
              </a:spcBef>
              <a:spcAft>
                <a:spcPts val="0"/>
              </a:spcAft>
              <a:buSzPts val="2200"/>
              <a:buFont typeface="Calibri"/>
              <a:buChar char="★"/>
            </a:pPr>
            <a:r>
              <a:rPr lang="en-US" sz="2200">
                <a:latin typeface="Calibri"/>
                <a:ea typeface="Calibri"/>
                <a:cs typeface="Calibri"/>
                <a:sym typeface="Calibri"/>
              </a:rPr>
              <a:t>Non-Functional Requirements </a:t>
            </a:r>
            <a:r>
              <a:rPr lang="en-US" sz="2200" b="1">
                <a:latin typeface="Calibri"/>
                <a:ea typeface="Calibri"/>
                <a:cs typeface="Calibri"/>
                <a:sym typeface="Calibri"/>
              </a:rPr>
              <a:t>:</a:t>
            </a:r>
            <a:endParaRPr sz="2200" b="1">
              <a:latin typeface="Calibri"/>
              <a:ea typeface="Calibri"/>
              <a:cs typeface="Calibri"/>
              <a:sym typeface="Calibri"/>
            </a:endParaRPr>
          </a:p>
          <a:p>
            <a:pPr marL="914400" lvl="1" indent="-355600" algn="l" rtl="0">
              <a:lnSpc>
                <a:spcPct val="115000"/>
              </a:lnSpc>
              <a:spcBef>
                <a:spcPts val="0"/>
              </a:spcBef>
              <a:spcAft>
                <a:spcPts val="0"/>
              </a:spcAft>
              <a:buSzPts val="2000"/>
              <a:buFont typeface="Calibri"/>
              <a:buChar char="○"/>
            </a:pPr>
            <a:r>
              <a:rPr lang="en-US" sz="2000">
                <a:latin typeface="Calibri"/>
                <a:ea typeface="Calibri"/>
                <a:cs typeface="Calibri"/>
                <a:sym typeface="Calibri"/>
              </a:rPr>
              <a:t>Fast API responses and minimal loading time</a:t>
            </a:r>
            <a:endParaRPr sz="2000">
              <a:latin typeface="Calibri"/>
              <a:ea typeface="Calibri"/>
              <a:cs typeface="Calibri"/>
              <a:sym typeface="Calibri"/>
            </a:endParaRPr>
          </a:p>
          <a:p>
            <a:pPr marL="914400" lvl="1" indent="-355600" algn="l" rtl="0">
              <a:lnSpc>
                <a:spcPct val="115000"/>
              </a:lnSpc>
              <a:spcBef>
                <a:spcPts val="0"/>
              </a:spcBef>
              <a:spcAft>
                <a:spcPts val="0"/>
              </a:spcAft>
              <a:buSzPts val="2000"/>
              <a:buFont typeface="Calibri"/>
              <a:buChar char="○"/>
            </a:pPr>
            <a:r>
              <a:rPr lang="en-US" sz="2000">
                <a:latin typeface="Calibri"/>
                <a:ea typeface="Calibri"/>
                <a:cs typeface="Calibri"/>
                <a:sym typeface="Calibri"/>
              </a:rPr>
              <a:t>Smooth and uninterrupted playback</a:t>
            </a:r>
            <a:endParaRPr sz="2000">
              <a:latin typeface="Calibri"/>
              <a:ea typeface="Calibri"/>
              <a:cs typeface="Calibri"/>
              <a:sym typeface="Calibri"/>
            </a:endParaRPr>
          </a:p>
          <a:p>
            <a:pPr marL="914400" lvl="1" indent="-355600" algn="l" rtl="0">
              <a:lnSpc>
                <a:spcPct val="115000"/>
              </a:lnSpc>
              <a:spcBef>
                <a:spcPts val="0"/>
              </a:spcBef>
              <a:spcAft>
                <a:spcPts val="0"/>
              </a:spcAft>
              <a:buSzPts val="2000"/>
              <a:buFont typeface="Calibri"/>
              <a:buChar char="○"/>
            </a:pPr>
            <a:r>
              <a:rPr lang="en-US" sz="2000">
                <a:latin typeface="Calibri"/>
                <a:ea typeface="Calibri"/>
                <a:cs typeface="Calibri"/>
                <a:sym typeface="Calibri"/>
              </a:rPr>
              <a:t>Secure handling of user data and API keys</a:t>
            </a:r>
            <a:endParaRPr sz="2000">
              <a:latin typeface="Calibri"/>
              <a:ea typeface="Calibri"/>
              <a:cs typeface="Calibri"/>
              <a:sym typeface="Calibri"/>
            </a:endParaRPr>
          </a:p>
          <a:p>
            <a:pPr marL="914400" lvl="1" indent="-355600" algn="l" rtl="0">
              <a:lnSpc>
                <a:spcPct val="115000"/>
              </a:lnSpc>
              <a:spcBef>
                <a:spcPts val="0"/>
              </a:spcBef>
              <a:spcAft>
                <a:spcPts val="0"/>
              </a:spcAft>
              <a:buSzPts val="2000"/>
              <a:buFont typeface="Calibri"/>
              <a:buChar char="○"/>
            </a:pPr>
            <a:r>
              <a:rPr lang="en-US" sz="2000">
                <a:latin typeface="Calibri"/>
                <a:ea typeface="Calibri"/>
                <a:cs typeface="Calibri"/>
                <a:sym typeface="Calibri"/>
              </a:rPr>
              <a:t>Scalable backend using Firebase services</a:t>
            </a:r>
            <a:endParaRPr sz="2000">
              <a:latin typeface="Calibri"/>
              <a:ea typeface="Calibri"/>
              <a:cs typeface="Calibri"/>
              <a:sym typeface="Calibri"/>
            </a:endParaRPr>
          </a:p>
          <a:p>
            <a:pPr marL="914400" lvl="1" indent="-355600" algn="l" rtl="0">
              <a:lnSpc>
                <a:spcPct val="115000"/>
              </a:lnSpc>
              <a:spcBef>
                <a:spcPts val="0"/>
              </a:spcBef>
              <a:spcAft>
                <a:spcPts val="0"/>
              </a:spcAft>
              <a:buSzPts val="2000"/>
              <a:buFont typeface="Calibri"/>
              <a:buChar char="○"/>
            </a:pPr>
            <a:r>
              <a:rPr lang="en-US" sz="2000">
                <a:latin typeface="Calibri"/>
                <a:ea typeface="Calibri"/>
                <a:cs typeface="Calibri"/>
                <a:sym typeface="Calibri"/>
              </a:rPr>
              <a:t>Simple, intuitive, and user-friendly interface</a:t>
            </a:r>
            <a:endParaRPr sz="2000">
              <a:latin typeface="Calibri"/>
              <a:ea typeface="Calibri"/>
              <a:cs typeface="Calibri"/>
              <a:sym typeface="Calibri"/>
            </a:endParaRPr>
          </a:p>
          <a:p>
            <a:pPr marL="914400" lvl="1" indent="-355600" algn="l" rtl="0">
              <a:lnSpc>
                <a:spcPct val="115000"/>
              </a:lnSpc>
              <a:spcBef>
                <a:spcPts val="0"/>
              </a:spcBef>
              <a:spcAft>
                <a:spcPts val="0"/>
              </a:spcAft>
              <a:buSzPts val="2000"/>
              <a:buFont typeface="Calibri"/>
              <a:buChar char="○"/>
            </a:pPr>
            <a:r>
              <a:rPr lang="en-US" sz="2000">
                <a:latin typeface="Calibri"/>
                <a:ea typeface="Calibri"/>
                <a:cs typeface="Calibri"/>
                <a:sym typeface="Calibri"/>
              </a:rPr>
              <a:t>High availability and reliable data sync</a:t>
            </a:r>
            <a:endParaRPr sz="2000">
              <a:latin typeface="Calibri"/>
              <a:ea typeface="Calibri"/>
              <a:cs typeface="Calibri"/>
              <a:sym typeface="Calibri"/>
            </a:endParaRPr>
          </a:p>
          <a:p>
            <a:pPr marL="914400" lvl="1" indent="-355600" algn="l" rtl="0">
              <a:lnSpc>
                <a:spcPct val="115000"/>
              </a:lnSpc>
              <a:spcBef>
                <a:spcPts val="0"/>
              </a:spcBef>
              <a:spcAft>
                <a:spcPts val="0"/>
              </a:spcAft>
              <a:buSzPts val="2000"/>
              <a:buFont typeface="Calibri"/>
              <a:buChar char="○"/>
            </a:pPr>
            <a:r>
              <a:rPr lang="en-US" sz="2000">
                <a:latin typeface="Calibri"/>
                <a:ea typeface="Calibri"/>
                <a:cs typeface="Calibri"/>
                <a:sym typeface="Calibri"/>
              </a:rPr>
              <a:t>Cross-browser and cross-device compatibility</a:t>
            </a:r>
            <a:endParaRPr sz="2000">
              <a:latin typeface="Calibri"/>
              <a:ea typeface="Calibri"/>
              <a:cs typeface="Calibri"/>
              <a:sym typeface="Calibri"/>
            </a:endParaRPr>
          </a:p>
          <a:p>
            <a:pPr marL="914400" lvl="1" indent="-355600" algn="l" rtl="0">
              <a:lnSpc>
                <a:spcPct val="115000"/>
              </a:lnSpc>
              <a:spcBef>
                <a:spcPts val="0"/>
              </a:spcBef>
              <a:spcAft>
                <a:spcPts val="0"/>
              </a:spcAft>
              <a:buSzPts val="2000"/>
              <a:buFont typeface="Calibri"/>
              <a:buChar char="○"/>
            </a:pPr>
            <a:r>
              <a:rPr lang="en-US" sz="2000">
                <a:latin typeface="Calibri"/>
                <a:ea typeface="Calibri"/>
                <a:cs typeface="Calibri"/>
                <a:sym typeface="Calibri"/>
              </a:rPr>
              <a:t>Error handling for API or network failures</a:t>
            </a:r>
            <a:endParaRPr sz="2000">
              <a:latin typeface="Calibri"/>
              <a:ea typeface="Calibri"/>
              <a:cs typeface="Calibri"/>
              <a:sym typeface="Calibri"/>
            </a:endParaRPr>
          </a:p>
          <a:p>
            <a:pPr marL="914400" lvl="0" indent="0" algn="l" rtl="0">
              <a:spcBef>
                <a:spcPts val="1200"/>
              </a:spcBef>
              <a:spcAft>
                <a:spcPts val="0"/>
              </a:spcAft>
              <a:buNone/>
            </a:pPr>
            <a:endParaRPr sz="2200" b="1">
              <a:latin typeface="Calibri"/>
              <a:ea typeface="Calibri"/>
              <a:cs typeface="Calibri"/>
              <a:sym typeface="Calibri"/>
            </a:endParaRPr>
          </a:p>
        </p:txBody>
      </p:sp>
      <p:sp>
        <p:nvSpPr>
          <p:cNvPr id="141" name="Google Shape;141;p22"/>
          <p:cNvSpPr txBox="1"/>
          <p:nvPr/>
        </p:nvSpPr>
        <p:spPr>
          <a:xfrm>
            <a:off x="4213775" y="5982550"/>
            <a:ext cx="4050900" cy="1015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a:latin typeface="Bell MT"/>
                <a:ea typeface="Bell MT"/>
                <a:cs typeface="Bell MT"/>
                <a:sym typeface="Bell MT"/>
              </a:rPr>
              <a:t>Department of Information Science and Engineering, </a:t>
            </a:r>
            <a:endParaRPr/>
          </a:p>
          <a:p>
            <a:pPr marL="0" lvl="0" indent="0" algn="ctr" rtl="0">
              <a:spcBef>
                <a:spcPts val="0"/>
              </a:spcBef>
              <a:spcAft>
                <a:spcPts val="0"/>
              </a:spcAft>
              <a:buNone/>
            </a:pPr>
            <a:r>
              <a:rPr lang="en-US">
                <a:latin typeface="Bell MT"/>
                <a:ea typeface="Bell MT"/>
                <a:cs typeface="Bell MT"/>
                <a:sym typeface="Bell MT"/>
              </a:rPr>
              <a:t>KLS GIT, Belagavi</a:t>
            </a:r>
            <a:endParaRPr>
              <a:latin typeface="Bell MT"/>
              <a:ea typeface="Bell MT"/>
              <a:cs typeface="Bell MT"/>
              <a:sym typeface="Bell MT"/>
            </a:endParaRPr>
          </a:p>
          <a:p>
            <a:pPr marL="0" lvl="0" indent="0" algn="ctr" rtl="0">
              <a:spcBef>
                <a:spcPts val="0"/>
              </a:spcBef>
              <a:spcAft>
                <a:spcPts val="0"/>
              </a:spcAft>
              <a:buNone/>
            </a:pPr>
            <a:endParaRPr/>
          </a:p>
          <a:p>
            <a:pPr marL="0" lvl="0" indent="0" algn="ctr" rtl="0">
              <a:spcBef>
                <a:spcPts val="0"/>
              </a:spcBef>
              <a:spcAft>
                <a:spcPts val="0"/>
              </a:spcAft>
              <a:buNone/>
            </a:pPr>
            <a:endParaRPr sz="1200">
              <a:latin typeface="Bell MT"/>
              <a:ea typeface="Bell MT"/>
              <a:cs typeface="Bell MT"/>
              <a:sym typeface="Bell M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3"/>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latin typeface="Bell MT"/>
                <a:ea typeface="Bell MT"/>
                <a:cs typeface="Bell MT"/>
                <a:sym typeface="Bell MT"/>
              </a:rPr>
              <a:t>Department of Information Science and Engineering, </a:t>
            </a:r>
            <a:endParaRPr/>
          </a:p>
          <a:p>
            <a:pPr marL="0" lvl="0" indent="0" algn="l" rtl="0">
              <a:spcBef>
                <a:spcPts val="0"/>
              </a:spcBef>
              <a:spcAft>
                <a:spcPts val="0"/>
              </a:spcAft>
              <a:buNone/>
            </a:pPr>
            <a:r>
              <a:rPr lang="en-US">
                <a:latin typeface="Bell MT"/>
                <a:ea typeface="Bell MT"/>
                <a:cs typeface="Bell MT"/>
                <a:sym typeface="Bell MT"/>
              </a:rPr>
              <a:t>                       KLS GIT, Belagavi</a:t>
            </a:r>
            <a:endParaRPr>
              <a:latin typeface="Bell MT"/>
              <a:ea typeface="Bell MT"/>
              <a:cs typeface="Bell MT"/>
              <a:sym typeface="Bell MT"/>
            </a:endParaRPr>
          </a:p>
          <a:p>
            <a:pPr marL="0" lvl="0" indent="0" algn="l" rtl="0">
              <a:spcBef>
                <a:spcPts val="0"/>
              </a:spcBef>
              <a:spcAft>
                <a:spcPts val="0"/>
              </a:spcAft>
              <a:buNone/>
            </a:pPr>
            <a:endParaRPr/>
          </a:p>
          <a:p>
            <a:pPr marL="0" lvl="0" indent="0" algn="ctr" rtl="0">
              <a:spcBef>
                <a:spcPts val="0"/>
              </a:spcBef>
              <a:spcAft>
                <a:spcPts val="0"/>
              </a:spcAft>
              <a:buNone/>
            </a:pPr>
            <a:endParaRPr>
              <a:latin typeface="Bell MT"/>
              <a:ea typeface="Bell MT"/>
              <a:cs typeface="Bell MT"/>
              <a:sym typeface="Bell MT"/>
            </a:endParaRPr>
          </a:p>
        </p:txBody>
      </p:sp>
      <p:sp>
        <p:nvSpPr>
          <p:cNvPr id="147" name="Google Shape;147;p2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US"/>
              <a:t>11</a:t>
            </a:fld>
            <a:endParaRPr/>
          </a:p>
        </p:txBody>
      </p:sp>
      <p:sp>
        <p:nvSpPr>
          <p:cNvPr id="148" name="Google Shape;148;p23"/>
          <p:cNvSpPr txBox="1"/>
          <p:nvPr/>
        </p:nvSpPr>
        <p:spPr>
          <a:xfrm>
            <a:off x="1310375" y="1646850"/>
            <a:ext cx="8595600" cy="261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200">
                <a:latin typeface="Nunito"/>
                <a:ea typeface="Nunito"/>
                <a:cs typeface="Nunito"/>
                <a:sym typeface="Nunito"/>
              </a:rPr>
              <a:t>THANK YOU…</a:t>
            </a:r>
            <a:endParaRPr sz="7200">
              <a:latin typeface="Nunito"/>
              <a:ea typeface="Nunito"/>
              <a:cs typeface="Nunito"/>
              <a:sym typeface="Nunito"/>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59</TotalTime>
  <Words>721</Words>
  <Application>Microsoft Office PowerPoint</Application>
  <PresentationFormat>Widescreen</PresentationFormat>
  <Paragraphs>103</Paragraphs>
  <Slides>11</Slides>
  <Notes>11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Arial</vt:lpstr>
      <vt:lpstr>Geist</vt:lpstr>
      <vt:lpstr>Bell MT</vt:lpstr>
      <vt:lpstr>Nunito</vt:lpstr>
      <vt:lpstr>Times New Roman</vt:lpstr>
      <vt:lpstr>Cambria</vt:lpstr>
      <vt:lpstr>Maven Pro</vt:lpstr>
      <vt:lpstr>Calibri</vt:lpstr>
      <vt:lpstr>Simple Light</vt:lpstr>
      <vt:lpstr>PowerPoint Presentation</vt:lpstr>
      <vt:lpstr>PowerPoint Presentation</vt:lpstr>
      <vt:lpstr>Literature Survey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Vinayak Chinchakhandi</cp:lastModifiedBy>
  <cp:revision>2</cp:revision>
  <dcterms:modified xsi:type="dcterms:W3CDTF">2025-11-20T08:09:06Z</dcterms:modified>
</cp:coreProperties>
</file>